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69" r:id="rId4"/>
    <p:sldId id="270" r:id="rId5"/>
    <p:sldId id="271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 Kothagundla" userId="7a5c1120578d5775" providerId="LiveId" clId="{2F9EE633-A434-44D6-A781-E569988F20A7}"/>
    <pc:docChg chg="custSel modSld">
      <pc:chgData name="Keerthi Kothagundla" userId="7a5c1120578d5775" providerId="LiveId" clId="{2F9EE633-A434-44D6-A781-E569988F20A7}" dt="2026-03-29T05:56:33.369" v="7" actId="255"/>
      <pc:docMkLst>
        <pc:docMk/>
      </pc:docMkLst>
      <pc:sldChg chg="modSp mod">
        <pc:chgData name="Keerthi Kothagundla" userId="7a5c1120578d5775" providerId="LiveId" clId="{2F9EE633-A434-44D6-A781-E569988F20A7}" dt="2026-03-29T05:56:33.369" v="7" actId="255"/>
        <pc:sldMkLst>
          <pc:docMk/>
          <pc:sldMk cId="4240154338" sldId="269"/>
        </pc:sldMkLst>
        <pc:spChg chg="mod">
          <ac:chgData name="Keerthi Kothagundla" userId="7a5c1120578d5775" providerId="LiveId" clId="{2F9EE633-A434-44D6-A781-E569988F20A7}" dt="2026-03-29T05:56:33.369" v="7" actId="255"/>
          <ac:spMkLst>
            <pc:docMk/>
            <pc:sldMk cId="4240154338" sldId="269"/>
            <ac:spMk id="3" creationId="{C38A178D-67F4-F8FE-F45B-F3FA3FC8B2C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141688-61FD-4A7C-9D8C-912E368E347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37C51D-8381-4759-B49C-04FDC9537A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Managing personal expenses is essential for financial stability</a:t>
          </a:r>
        </a:p>
      </dgm:t>
    </dgm:pt>
    <dgm:pt modelId="{51F71841-3295-40BA-B8F7-EFA86D0E3BE7}" type="parTrans" cxnId="{910EDF34-90DE-4B78-BAF0-289001BE0541}">
      <dgm:prSet/>
      <dgm:spPr/>
      <dgm:t>
        <a:bodyPr/>
        <a:lstStyle/>
        <a:p>
          <a:endParaRPr lang="en-US"/>
        </a:p>
      </dgm:t>
    </dgm:pt>
    <dgm:pt modelId="{8D3EAEA6-7D25-4C4E-9E18-A1660FD7149B}" type="sibTrans" cxnId="{910EDF34-90DE-4B78-BAF0-289001BE05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2EA92B-7429-46C7-AD53-6A61FF5833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Many individuals fail to monitor daily spending accurately</a:t>
          </a:r>
        </a:p>
      </dgm:t>
    </dgm:pt>
    <dgm:pt modelId="{C1EE2D83-80C4-42B0-B71D-CA2116FB39F0}" type="parTrans" cxnId="{FD2D6957-0FBE-4FD1-AC05-69585E18827F}">
      <dgm:prSet/>
      <dgm:spPr/>
      <dgm:t>
        <a:bodyPr/>
        <a:lstStyle/>
        <a:p>
          <a:endParaRPr lang="en-US"/>
        </a:p>
      </dgm:t>
    </dgm:pt>
    <dgm:pt modelId="{0EFE3F68-DED3-400F-8D64-CDEB1050088C}" type="sibTrans" cxnId="{FD2D6957-0FBE-4FD1-AC05-69585E1882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5AE956-23DC-43E9-8B8E-6D54E1B978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Lack of awareness leads to money wastage</a:t>
          </a:r>
        </a:p>
      </dgm:t>
    </dgm:pt>
    <dgm:pt modelId="{25EFAC6A-BA87-4051-BFBF-03FBCBC2B406}" type="parTrans" cxnId="{0CFE61F3-FB16-4104-A742-9A989CF1A95F}">
      <dgm:prSet/>
      <dgm:spPr/>
      <dgm:t>
        <a:bodyPr/>
        <a:lstStyle/>
        <a:p>
          <a:endParaRPr lang="en-US"/>
        </a:p>
      </dgm:t>
    </dgm:pt>
    <dgm:pt modelId="{50D01B4E-97BF-401B-8217-D67E00F2ACFD}" type="sibTrans" cxnId="{0CFE61F3-FB16-4104-A742-9A989CF1A9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C651D7-9936-4809-9392-8F0B044E72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proposes a smart solution to overcome these issues</a:t>
          </a:r>
        </a:p>
      </dgm:t>
    </dgm:pt>
    <dgm:pt modelId="{BF66CDAE-974E-42C9-8577-6AF36A55B7FF}" type="parTrans" cxnId="{E7DE931C-ED5C-4C9D-AA17-69EDA0CC5804}">
      <dgm:prSet/>
      <dgm:spPr/>
      <dgm:t>
        <a:bodyPr/>
        <a:lstStyle/>
        <a:p>
          <a:endParaRPr lang="en-US"/>
        </a:p>
      </dgm:t>
    </dgm:pt>
    <dgm:pt modelId="{E8E18BD5-4BC9-47A7-8944-CF75332E8907}" type="sibTrans" cxnId="{E7DE931C-ED5C-4C9D-AA17-69EDA0CC5804}">
      <dgm:prSet/>
      <dgm:spPr/>
      <dgm:t>
        <a:bodyPr/>
        <a:lstStyle/>
        <a:p>
          <a:endParaRPr lang="en-US"/>
        </a:p>
      </dgm:t>
    </dgm:pt>
    <dgm:pt modelId="{C99329AC-0632-44A3-948F-46DAFB04AA8A}" type="pres">
      <dgm:prSet presAssocID="{F1141688-61FD-4A7C-9D8C-912E368E3472}" presName="root" presStyleCnt="0">
        <dgm:presLayoutVars>
          <dgm:dir/>
          <dgm:resizeHandles val="exact"/>
        </dgm:presLayoutVars>
      </dgm:prSet>
      <dgm:spPr/>
    </dgm:pt>
    <dgm:pt modelId="{23EAED96-B990-404A-A9C8-27D28F1CD8E4}" type="pres">
      <dgm:prSet presAssocID="{F1141688-61FD-4A7C-9D8C-912E368E3472}" presName="container" presStyleCnt="0">
        <dgm:presLayoutVars>
          <dgm:dir/>
          <dgm:resizeHandles val="exact"/>
        </dgm:presLayoutVars>
      </dgm:prSet>
      <dgm:spPr/>
    </dgm:pt>
    <dgm:pt modelId="{8ABD6C0A-A7CD-4D92-935F-FDF92576C60C}" type="pres">
      <dgm:prSet presAssocID="{E637C51D-8381-4759-B49C-04FDC9537ACF}" presName="compNode" presStyleCnt="0"/>
      <dgm:spPr/>
    </dgm:pt>
    <dgm:pt modelId="{116FDF6B-99D8-4090-AC77-0B5ADC3358DF}" type="pres">
      <dgm:prSet presAssocID="{E637C51D-8381-4759-B49C-04FDC9537ACF}" presName="iconBgRect" presStyleLbl="bgShp" presStyleIdx="0" presStyleCnt="4"/>
      <dgm:spPr/>
    </dgm:pt>
    <dgm:pt modelId="{CCF2B332-02AC-4E4B-BA4C-8735B3E5A0A5}" type="pres">
      <dgm:prSet presAssocID="{E637C51D-8381-4759-B49C-04FDC9537AC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1D5F0D08-3B66-4942-B3DD-C13800624175}" type="pres">
      <dgm:prSet presAssocID="{E637C51D-8381-4759-B49C-04FDC9537ACF}" presName="spaceRect" presStyleCnt="0"/>
      <dgm:spPr/>
    </dgm:pt>
    <dgm:pt modelId="{A46C0CBA-FE72-48CD-B42E-A5C09ED9CD97}" type="pres">
      <dgm:prSet presAssocID="{E637C51D-8381-4759-B49C-04FDC9537ACF}" presName="textRect" presStyleLbl="revTx" presStyleIdx="0" presStyleCnt="4">
        <dgm:presLayoutVars>
          <dgm:chMax val="1"/>
          <dgm:chPref val="1"/>
        </dgm:presLayoutVars>
      </dgm:prSet>
      <dgm:spPr/>
    </dgm:pt>
    <dgm:pt modelId="{7192A10F-3DA1-4238-81F1-4102607367CE}" type="pres">
      <dgm:prSet presAssocID="{8D3EAEA6-7D25-4C4E-9E18-A1660FD7149B}" presName="sibTrans" presStyleLbl="sibTrans2D1" presStyleIdx="0" presStyleCnt="0"/>
      <dgm:spPr/>
    </dgm:pt>
    <dgm:pt modelId="{841EE63A-7D90-4BAE-B91E-A8F5BDDA0E43}" type="pres">
      <dgm:prSet presAssocID="{DF2EA92B-7429-46C7-AD53-6A61FF583336}" presName="compNode" presStyleCnt="0"/>
      <dgm:spPr/>
    </dgm:pt>
    <dgm:pt modelId="{557FF73F-722E-43BC-AD2D-D96245FBD60E}" type="pres">
      <dgm:prSet presAssocID="{DF2EA92B-7429-46C7-AD53-6A61FF583336}" presName="iconBgRect" presStyleLbl="bgShp" presStyleIdx="1" presStyleCnt="4"/>
      <dgm:spPr/>
    </dgm:pt>
    <dgm:pt modelId="{0D7D6284-8E5D-4355-B3F5-9901C27814CF}" type="pres">
      <dgm:prSet presAssocID="{DF2EA92B-7429-46C7-AD53-6A61FF58333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08E38E0-177A-4B1B-B9E1-1E9C9277B9F9}" type="pres">
      <dgm:prSet presAssocID="{DF2EA92B-7429-46C7-AD53-6A61FF583336}" presName="spaceRect" presStyleCnt="0"/>
      <dgm:spPr/>
    </dgm:pt>
    <dgm:pt modelId="{01C971EC-58FF-4E00-9EDD-DA17992912A4}" type="pres">
      <dgm:prSet presAssocID="{DF2EA92B-7429-46C7-AD53-6A61FF583336}" presName="textRect" presStyleLbl="revTx" presStyleIdx="1" presStyleCnt="4">
        <dgm:presLayoutVars>
          <dgm:chMax val="1"/>
          <dgm:chPref val="1"/>
        </dgm:presLayoutVars>
      </dgm:prSet>
      <dgm:spPr/>
    </dgm:pt>
    <dgm:pt modelId="{D6C83040-9D8D-4B2C-A064-65364737566E}" type="pres">
      <dgm:prSet presAssocID="{0EFE3F68-DED3-400F-8D64-CDEB1050088C}" presName="sibTrans" presStyleLbl="sibTrans2D1" presStyleIdx="0" presStyleCnt="0"/>
      <dgm:spPr/>
    </dgm:pt>
    <dgm:pt modelId="{950540C2-86E2-4110-8047-FEE8E39E7DEF}" type="pres">
      <dgm:prSet presAssocID="{F95AE956-23DC-43E9-8B8E-6D54E1B978D8}" presName="compNode" presStyleCnt="0"/>
      <dgm:spPr/>
    </dgm:pt>
    <dgm:pt modelId="{02F5C895-504E-4AAB-A096-2734D3C62818}" type="pres">
      <dgm:prSet presAssocID="{F95AE956-23DC-43E9-8B8E-6D54E1B978D8}" presName="iconBgRect" presStyleLbl="bgShp" presStyleIdx="2" presStyleCnt="4"/>
      <dgm:spPr/>
    </dgm:pt>
    <dgm:pt modelId="{9EF74731-E264-46B5-988A-B98CF43B2A33}" type="pres">
      <dgm:prSet presAssocID="{F95AE956-23DC-43E9-8B8E-6D54E1B978D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B31A3432-0D62-4B30-B194-6CED27BA22A7}" type="pres">
      <dgm:prSet presAssocID="{F95AE956-23DC-43E9-8B8E-6D54E1B978D8}" presName="spaceRect" presStyleCnt="0"/>
      <dgm:spPr/>
    </dgm:pt>
    <dgm:pt modelId="{CF9C3462-CF25-47BE-AAEE-90179AA1262E}" type="pres">
      <dgm:prSet presAssocID="{F95AE956-23DC-43E9-8B8E-6D54E1B978D8}" presName="textRect" presStyleLbl="revTx" presStyleIdx="2" presStyleCnt="4">
        <dgm:presLayoutVars>
          <dgm:chMax val="1"/>
          <dgm:chPref val="1"/>
        </dgm:presLayoutVars>
      </dgm:prSet>
      <dgm:spPr/>
    </dgm:pt>
    <dgm:pt modelId="{B6688CC2-77A9-49C0-9E63-ECAE1466E57E}" type="pres">
      <dgm:prSet presAssocID="{50D01B4E-97BF-401B-8217-D67E00F2ACFD}" presName="sibTrans" presStyleLbl="sibTrans2D1" presStyleIdx="0" presStyleCnt="0"/>
      <dgm:spPr/>
    </dgm:pt>
    <dgm:pt modelId="{AC41F1B4-427E-4DCE-9C16-2C6A595F2FC5}" type="pres">
      <dgm:prSet presAssocID="{CBC651D7-9936-4809-9392-8F0B044E7231}" presName="compNode" presStyleCnt="0"/>
      <dgm:spPr/>
    </dgm:pt>
    <dgm:pt modelId="{88FFCD07-5BAC-4419-9F62-C911E24130DC}" type="pres">
      <dgm:prSet presAssocID="{CBC651D7-9936-4809-9392-8F0B044E7231}" presName="iconBgRect" presStyleLbl="bgShp" presStyleIdx="3" presStyleCnt="4"/>
      <dgm:spPr/>
    </dgm:pt>
    <dgm:pt modelId="{CF72A4E1-8847-475C-9607-54EB1FCBB0F5}" type="pres">
      <dgm:prSet presAssocID="{CBC651D7-9936-4809-9392-8F0B044E723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1BFC06F-3389-4971-BE8B-45BED78F53A7}" type="pres">
      <dgm:prSet presAssocID="{CBC651D7-9936-4809-9392-8F0B044E7231}" presName="spaceRect" presStyleCnt="0"/>
      <dgm:spPr/>
    </dgm:pt>
    <dgm:pt modelId="{C087E24B-27C8-43FD-986B-FD68969C05FA}" type="pres">
      <dgm:prSet presAssocID="{CBC651D7-9936-4809-9392-8F0B044E723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7DE931C-ED5C-4C9D-AA17-69EDA0CC5804}" srcId="{F1141688-61FD-4A7C-9D8C-912E368E3472}" destId="{CBC651D7-9936-4809-9392-8F0B044E7231}" srcOrd="3" destOrd="0" parTransId="{BF66CDAE-974E-42C9-8577-6AF36A55B7FF}" sibTransId="{E8E18BD5-4BC9-47A7-8944-CF75332E8907}"/>
    <dgm:cxn modelId="{8F305621-FC68-48A0-AADC-72C57375D22B}" type="presOf" srcId="{F95AE956-23DC-43E9-8B8E-6D54E1B978D8}" destId="{CF9C3462-CF25-47BE-AAEE-90179AA1262E}" srcOrd="0" destOrd="0" presId="urn:microsoft.com/office/officeart/2018/2/layout/IconCircleList"/>
    <dgm:cxn modelId="{910EDF34-90DE-4B78-BAF0-289001BE0541}" srcId="{F1141688-61FD-4A7C-9D8C-912E368E3472}" destId="{E637C51D-8381-4759-B49C-04FDC9537ACF}" srcOrd="0" destOrd="0" parTransId="{51F71841-3295-40BA-B8F7-EFA86D0E3BE7}" sibTransId="{8D3EAEA6-7D25-4C4E-9E18-A1660FD7149B}"/>
    <dgm:cxn modelId="{FD2D6957-0FBE-4FD1-AC05-69585E18827F}" srcId="{F1141688-61FD-4A7C-9D8C-912E368E3472}" destId="{DF2EA92B-7429-46C7-AD53-6A61FF583336}" srcOrd="1" destOrd="0" parTransId="{C1EE2D83-80C4-42B0-B71D-CA2116FB39F0}" sibTransId="{0EFE3F68-DED3-400F-8D64-CDEB1050088C}"/>
    <dgm:cxn modelId="{D22D497B-EEAD-45A8-9D5F-E2FF090FD3BE}" type="presOf" srcId="{E637C51D-8381-4759-B49C-04FDC9537ACF}" destId="{A46C0CBA-FE72-48CD-B42E-A5C09ED9CD97}" srcOrd="0" destOrd="0" presId="urn:microsoft.com/office/officeart/2018/2/layout/IconCircleList"/>
    <dgm:cxn modelId="{7911DCB5-8098-4EA3-8FDD-162875893C94}" type="presOf" srcId="{0EFE3F68-DED3-400F-8D64-CDEB1050088C}" destId="{D6C83040-9D8D-4B2C-A064-65364737566E}" srcOrd="0" destOrd="0" presId="urn:microsoft.com/office/officeart/2018/2/layout/IconCircleList"/>
    <dgm:cxn modelId="{1ED405C5-B03D-4722-A2FA-856CCB54F5AB}" type="presOf" srcId="{DF2EA92B-7429-46C7-AD53-6A61FF583336}" destId="{01C971EC-58FF-4E00-9EDD-DA17992912A4}" srcOrd="0" destOrd="0" presId="urn:microsoft.com/office/officeart/2018/2/layout/IconCircleList"/>
    <dgm:cxn modelId="{47A343DC-0504-4687-81A9-8321C2FD13B8}" type="presOf" srcId="{8D3EAEA6-7D25-4C4E-9E18-A1660FD7149B}" destId="{7192A10F-3DA1-4238-81F1-4102607367CE}" srcOrd="0" destOrd="0" presId="urn:microsoft.com/office/officeart/2018/2/layout/IconCircleList"/>
    <dgm:cxn modelId="{80C01DED-2313-4492-AD14-4B569335C7F3}" type="presOf" srcId="{F1141688-61FD-4A7C-9D8C-912E368E3472}" destId="{C99329AC-0632-44A3-948F-46DAFB04AA8A}" srcOrd="0" destOrd="0" presId="urn:microsoft.com/office/officeart/2018/2/layout/IconCircleList"/>
    <dgm:cxn modelId="{53C268ED-ED40-46CA-BC93-7B81A57C6EEF}" type="presOf" srcId="{CBC651D7-9936-4809-9392-8F0B044E7231}" destId="{C087E24B-27C8-43FD-986B-FD68969C05FA}" srcOrd="0" destOrd="0" presId="urn:microsoft.com/office/officeart/2018/2/layout/IconCircleList"/>
    <dgm:cxn modelId="{0CFE61F3-FB16-4104-A742-9A989CF1A95F}" srcId="{F1141688-61FD-4A7C-9D8C-912E368E3472}" destId="{F95AE956-23DC-43E9-8B8E-6D54E1B978D8}" srcOrd="2" destOrd="0" parTransId="{25EFAC6A-BA87-4051-BFBF-03FBCBC2B406}" sibTransId="{50D01B4E-97BF-401B-8217-D67E00F2ACFD}"/>
    <dgm:cxn modelId="{4564BFF9-91DC-4BE9-A706-BCAFA67555A6}" type="presOf" srcId="{50D01B4E-97BF-401B-8217-D67E00F2ACFD}" destId="{B6688CC2-77A9-49C0-9E63-ECAE1466E57E}" srcOrd="0" destOrd="0" presId="urn:microsoft.com/office/officeart/2018/2/layout/IconCircleList"/>
    <dgm:cxn modelId="{88BA1BE5-1810-46A7-A568-7DF2668089A6}" type="presParOf" srcId="{C99329AC-0632-44A3-948F-46DAFB04AA8A}" destId="{23EAED96-B990-404A-A9C8-27D28F1CD8E4}" srcOrd="0" destOrd="0" presId="urn:microsoft.com/office/officeart/2018/2/layout/IconCircleList"/>
    <dgm:cxn modelId="{CD5FD679-28C1-49D5-8E01-99D86446B5D0}" type="presParOf" srcId="{23EAED96-B990-404A-A9C8-27D28F1CD8E4}" destId="{8ABD6C0A-A7CD-4D92-935F-FDF92576C60C}" srcOrd="0" destOrd="0" presId="urn:microsoft.com/office/officeart/2018/2/layout/IconCircleList"/>
    <dgm:cxn modelId="{D030DA60-CC5F-4DEF-9C05-0002DFC08C30}" type="presParOf" srcId="{8ABD6C0A-A7CD-4D92-935F-FDF92576C60C}" destId="{116FDF6B-99D8-4090-AC77-0B5ADC3358DF}" srcOrd="0" destOrd="0" presId="urn:microsoft.com/office/officeart/2018/2/layout/IconCircleList"/>
    <dgm:cxn modelId="{D32FE72D-4F0B-40C1-AA4D-350EC276FC59}" type="presParOf" srcId="{8ABD6C0A-A7CD-4D92-935F-FDF92576C60C}" destId="{CCF2B332-02AC-4E4B-BA4C-8735B3E5A0A5}" srcOrd="1" destOrd="0" presId="urn:microsoft.com/office/officeart/2018/2/layout/IconCircleList"/>
    <dgm:cxn modelId="{6EFE36C8-3B55-4AEF-95C1-882544CDDABE}" type="presParOf" srcId="{8ABD6C0A-A7CD-4D92-935F-FDF92576C60C}" destId="{1D5F0D08-3B66-4942-B3DD-C13800624175}" srcOrd="2" destOrd="0" presId="urn:microsoft.com/office/officeart/2018/2/layout/IconCircleList"/>
    <dgm:cxn modelId="{733CE14D-1F4E-4A75-BAEC-87DC99BC8424}" type="presParOf" srcId="{8ABD6C0A-A7CD-4D92-935F-FDF92576C60C}" destId="{A46C0CBA-FE72-48CD-B42E-A5C09ED9CD97}" srcOrd="3" destOrd="0" presId="urn:microsoft.com/office/officeart/2018/2/layout/IconCircleList"/>
    <dgm:cxn modelId="{59869A16-7141-4128-B9BA-552414E78D80}" type="presParOf" srcId="{23EAED96-B990-404A-A9C8-27D28F1CD8E4}" destId="{7192A10F-3DA1-4238-81F1-4102607367CE}" srcOrd="1" destOrd="0" presId="urn:microsoft.com/office/officeart/2018/2/layout/IconCircleList"/>
    <dgm:cxn modelId="{C0C266A5-B7F9-4F8F-9E0C-D22B8F3C3ED0}" type="presParOf" srcId="{23EAED96-B990-404A-A9C8-27D28F1CD8E4}" destId="{841EE63A-7D90-4BAE-B91E-A8F5BDDA0E43}" srcOrd="2" destOrd="0" presId="urn:microsoft.com/office/officeart/2018/2/layout/IconCircleList"/>
    <dgm:cxn modelId="{19D9E762-1F3D-4869-BDCF-946585785D99}" type="presParOf" srcId="{841EE63A-7D90-4BAE-B91E-A8F5BDDA0E43}" destId="{557FF73F-722E-43BC-AD2D-D96245FBD60E}" srcOrd="0" destOrd="0" presId="urn:microsoft.com/office/officeart/2018/2/layout/IconCircleList"/>
    <dgm:cxn modelId="{7B5C92B2-0102-4956-9517-20DB46163AAD}" type="presParOf" srcId="{841EE63A-7D90-4BAE-B91E-A8F5BDDA0E43}" destId="{0D7D6284-8E5D-4355-B3F5-9901C27814CF}" srcOrd="1" destOrd="0" presId="urn:microsoft.com/office/officeart/2018/2/layout/IconCircleList"/>
    <dgm:cxn modelId="{012FD0CE-E7B0-4965-A80D-4D3AAAB232F5}" type="presParOf" srcId="{841EE63A-7D90-4BAE-B91E-A8F5BDDA0E43}" destId="{108E38E0-177A-4B1B-B9E1-1E9C9277B9F9}" srcOrd="2" destOrd="0" presId="urn:microsoft.com/office/officeart/2018/2/layout/IconCircleList"/>
    <dgm:cxn modelId="{F313098E-E6EE-40BE-A291-AD6D76A2A56D}" type="presParOf" srcId="{841EE63A-7D90-4BAE-B91E-A8F5BDDA0E43}" destId="{01C971EC-58FF-4E00-9EDD-DA17992912A4}" srcOrd="3" destOrd="0" presId="urn:microsoft.com/office/officeart/2018/2/layout/IconCircleList"/>
    <dgm:cxn modelId="{FBE3B914-F894-4C76-91D9-BEFE94E75BDF}" type="presParOf" srcId="{23EAED96-B990-404A-A9C8-27D28F1CD8E4}" destId="{D6C83040-9D8D-4B2C-A064-65364737566E}" srcOrd="3" destOrd="0" presId="urn:microsoft.com/office/officeart/2018/2/layout/IconCircleList"/>
    <dgm:cxn modelId="{3DB2105C-BF2A-4BC5-B0D6-AA25F6CA8BE3}" type="presParOf" srcId="{23EAED96-B990-404A-A9C8-27D28F1CD8E4}" destId="{950540C2-86E2-4110-8047-FEE8E39E7DEF}" srcOrd="4" destOrd="0" presId="urn:microsoft.com/office/officeart/2018/2/layout/IconCircleList"/>
    <dgm:cxn modelId="{608464EE-5188-4E46-B2B3-7F5492575887}" type="presParOf" srcId="{950540C2-86E2-4110-8047-FEE8E39E7DEF}" destId="{02F5C895-504E-4AAB-A096-2734D3C62818}" srcOrd="0" destOrd="0" presId="urn:microsoft.com/office/officeart/2018/2/layout/IconCircleList"/>
    <dgm:cxn modelId="{4A079064-194D-47BF-B2A5-2199CF97C037}" type="presParOf" srcId="{950540C2-86E2-4110-8047-FEE8E39E7DEF}" destId="{9EF74731-E264-46B5-988A-B98CF43B2A33}" srcOrd="1" destOrd="0" presId="urn:microsoft.com/office/officeart/2018/2/layout/IconCircleList"/>
    <dgm:cxn modelId="{E4D5AB81-1F9C-4CAF-9817-CDB792FF1043}" type="presParOf" srcId="{950540C2-86E2-4110-8047-FEE8E39E7DEF}" destId="{B31A3432-0D62-4B30-B194-6CED27BA22A7}" srcOrd="2" destOrd="0" presId="urn:microsoft.com/office/officeart/2018/2/layout/IconCircleList"/>
    <dgm:cxn modelId="{F7573782-390B-4489-B7EA-11992EF534DB}" type="presParOf" srcId="{950540C2-86E2-4110-8047-FEE8E39E7DEF}" destId="{CF9C3462-CF25-47BE-AAEE-90179AA1262E}" srcOrd="3" destOrd="0" presId="urn:microsoft.com/office/officeart/2018/2/layout/IconCircleList"/>
    <dgm:cxn modelId="{7CEEF672-F650-4A01-9B64-AF0D3CDA3900}" type="presParOf" srcId="{23EAED96-B990-404A-A9C8-27D28F1CD8E4}" destId="{B6688CC2-77A9-49C0-9E63-ECAE1466E57E}" srcOrd="5" destOrd="0" presId="urn:microsoft.com/office/officeart/2018/2/layout/IconCircleList"/>
    <dgm:cxn modelId="{3E8A2EA5-36D2-4A94-9C16-4A6B3309E07E}" type="presParOf" srcId="{23EAED96-B990-404A-A9C8-27D28F1CD8E4}" destId="{AC41F1B4-427E-4DCE-9C16-2C6A595F2FC5}" srcOrd="6" destOrd="0" presId="urn:microsoft.com/office/officeart/2018/2/layout/IconCircleList"/>
    <dgm:cxn modelId="{D3C2D75E-CDFA-4727-BB84-A8DFF30B5E8E}" type="presParOf" srcId="{AC41F1B4-427E-4DCE-9C16-2C6A595F2FC5}" destId="{88FFCD07-5BAC-4419-9F62-C911E24130DC}" srcOrd="0" destOrd="0" presId="urn:microsoft.com/office/officeart/2018/2/layout/IconCircleList"/>
    <dgm:cxn modelId="{B18EEC2E-5775-47C7-A4DB-E3137DABC4F0}" type="presParOf" srcId="{AC41F1B4-427E-4DCE-9C16-2C6A595F2FC5}" destId="{CF72A4E1-8847-475C-9607-54EB1FCBB0F5}" srcOrd="1" destOrd="0" presId="urn:microsoft.com/office/officeart/2018/2/layout/IconCircleList"/>
    <dgm:cxn modelId="{D26E8564-B05E-4804-B149-6564792CD142}" type="presParOf" srcId="{AC41F1B4-427E-4DCE-9C16-2C6A595F2FC5}" destId="{91BFC06F-3389-4971-BE8B-45BED78F53A7}" srcOrd="2" destOrd="0" presId="urn:microsoft.com/office/officeart/2018/2/layout/IconCircleList"/>
    <dgm:cxn modelId="{D6523889-A7D8-4C72-8938-0D2E1CE242A4}" type="presParOf" srcId="{AC41F1B4-427E-4DCE-9C16-2C6A595F2FC5}" destId="{C087E24B-27C8-43FD-986B-FD68969C05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519C91-2853-43CE-97D9-7EC25F27B08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C1AFF2-D731-4365-A82A-52B1C0FCC1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Studied traditional methods of expense management</a:t>
          </a:r>
        </a:p>
      </dgm:t>
    </dgm:pt>
    <dgm:pt modelId="{914F3FE4-B069-4E48-892C-EC5E5212A9E1}" type="parTrans" cxnId="{004E0A09-3A2F-45DC-B1A5-409EEC3FE5D1}">
      <dgm:prSet/>
      <dgm:spPr/>
      <dgm:t>
        <a:bodyPr/>
        <a:lstStyle/>
        <a:p>
          <a:endParaRPr lang="en-US"/>
        </a:p>
      </dgm:t>
    </dgm:pt>
    <dgm:pt modelId="{1EBB5F13-F5A7-4DF0-BBBB-D44D7F0DB676}" type="sibTrans" cxnId="{004E0A09-3A2F-45DC-B1A5-409EEC3FE5D1}">
      <dgm:prSet/>
      <dgm:spPr/>
      <dgm:t>
        <a:bodyPr/>
        <a:lstStyle/>
        <a:p>
          <a:endParaRPr lang="en-US"/>
        </a:p>
      </dgm:t>
    </dgm:pt>
    <dgm:pt modelId="{7EB9F00F-0DF3-4677-93DC-D6A6CCA924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Reviewed existing mobile and web-based expense trackers</a:t>
          </a:r>
        </a:p>
      </dgm:t>
    </dgm:pt>
    <dgm:pt modelId="{C7737791-6BE5-4788-A585-49565107010E}" type="parTrans" cxnId="{9EF20BE7-CD80-4CD0-BD93-F5CF11A1628B}">
      <dgm:prSet/>
      <dgm:spPr/>
      <dgm:t>
        <a:bodyPr/>
        <a:lstStyle/>
        <a:p>
          <a:endParaRPr lang="en-US"/>
        </a:p>
      </dgm:t>
    </dgm:pt>
    <dgm:pt modelId="{FFA4BB2E-2D1C-474A-9080-5CDE0B394A46}" type="sibTrans" cxnId="{9EF20BE7-CD80-4CD0-BD93-F5CF11A1628B}">
      <dgm:prSet/>
      <dgm:spPr/>
      <dgm:t>
        <a:bodyPr/>
        <a:lstStyle/>
        <a:p>
          <a:endParaRPr lang="en-US"/>
        </a:p>
      </dgm:t>
    </dgm:pt>
    <dgm:pt modelId="{A941206E-A4C7-4425-9EDA-689AEB86C7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Analyzed research papers on financial behavior</a:t>
          </a:r>
        </a:p>
      </dgm:t>
    </dgm:pt>
    <dgm:pt modelId="{46A580C3-BFC7-41AD-A354-99F07C0D2A7A}" type="parTrans" cxnId="{C2D53BF7-59DA-4025-BCAE-ED6847A8DBB6}">
      <dgm:prSet/>
      <dgm:spPr/>
      <dgm:t>
        <a:bodyPr/>
        <a:lstStyle/>
        <a:p>
          <a:endParaRPr lang="en-US"/>
        </a:p>
      </dgm:t>
    </dgm:pt>
    <dgm:pt modelId="{5AE3790D-454E-4ACF-B69D-89674D59DCFD}" type="sibTrans" cxnId="{C2D53BF7-59DA-4025-BCAE-ED6847A8DBB6}">
      <dgm:prSet/>
      <dgm:spPr/>
      <dgm:t>
        <a:bodyPr/>
        <a:lstStyle/>
        <a:p>
          <a:endParaRPr lang="en-US"/>
        </a:p>
      </dgm:t>
    </dgm:pt>
    <dgm:pt modelId="{2A235612-1AA6-4F28-8EE8-E803FA9A47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Understood limitations of current systems</a:t>
          </a:r>
        </a:p>
      </dgm:t>
    </dgm:pt>
    <dgm:pt modelId="{D6546EED-0A14-4B38-A04F-CBD075C383BB}" type="parTrans" cxnId="{A4AC1241-2AFC-4B4E-BCE0-134FFFB9F019}">
      <dgm:prSet/>
      <dgm:spPr/>
      <dgm:t>
        <a:bodyPr/>
        <a:lstStyle/>
        <a:p>
          <a:endParaRPr lang="en-US"/>
        </a:p>
      </dgm:t>
    </dgm:pt>
    <dgm:pt modelId="{4FAF12F3-FB6B-4977-AAD7-DDB8CB3C6EC3}" type="sibTrans" cxnId="{A4AC1241-2AFC-4B4E-BCE0-134FFFB9F019}">
      <dgm:prSet/>
      <dgm:spPr/>
      <dgm:t>
        <a:bodyPr/>
        <a:lstStyle/>
        <a:p>
          <a:endParaRPr lang="en-US"/>
        </a:p>
      </dgm:t>
    </dgm:pt>
    <dgm:pt modelId="{25E78382-3CA5-4E3D-9AAD-62B91A27FEAE}" type="pres">
      <dgm:prSet presAssocID="{E1519C91-2853-43CE-97D9-7EC25F27B085}" presName="root" presStyleCnt="0">
        <dgm:presLayoutVars>
          <dgm:dir/>
          <dgm:resizeHandles val="exact"/>
        </dgm:presLayoutVars>
      </dgm:prSet>
      <dgm:spPr/>
    </dgm:pt>
    <dgm:pt modelId="{54130FFE-6A4E-4010-A385-6D961445FDCF}" type="pres">
      <dgm:prSet presAssocID="{F9C1AFF2-D731-4365-A82A-52B1C0FCC106}" presName="compNode" presStyleCnt="0"/>
      <dgm:spPr/>
    </dgm:pt>
    <dgm:pt modelId="{9BFF3295-2240-40D1-9030-FAFD8D3C808C}" type="pres">
      <dgm:prSet presAssocID="{F9C1AFF2-D731-4365-A82A-52B1C0FCC106}" presName="bgRect" presStyleLbl="bgShp" presStyleIdx="0" presStyleCnt="4"/>
      <dgm:spPr/>
    </dgm:pt>
    <dgm:pt modelId="{C6701AFC-8EA4-4851-A5FD-BDEA065704B2}" type="pres">
      <dgm:prSet presAssocID="{F9C1AFF2-D731-4365-A82A-52B1C0FCC10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B585D9A-7E0D-4F5C-B6F3-434C3EDFA2F4}" type="pres">
      <dgm:prSet presAssocID="{F9C1AFF2-D731-4365-A82A-52B1C0FCC106}" presName="spaceRect" presStyleCnt="0"/>
      <dgm:spPr/>
    </dgm:pt>
    <dgm:pt modelId="{9E19C915-424C-4507-ADC8-5E00774C8BDB}" type="pres">
      <dgm:prSet presAssocID="{F9C1AFF2-D731-4365-A82A-52B1C0FCC106}" presName="parTx" presStyleLbl="revTx" presStyleIdx="0" presStyleCnt="4">
        <dgm:presLayoutVars>
          <dgm:chMax val="0"/>
          <dgm:chPref val="0"/>
        </dgm:presLayoutVars>
      </dgm:prSet>
      <dgm:spPr/>
    </dgm:pt>
    <dgm:pt modelId="{E0C25232-538A-4366-B7AD-0D11AE061F40}" type="pres">
      <dgm:prSet presAssocID="{1EBB5F13-F5A7-4DF0-BBBB-D44D7F0DB676}" presName="sibTrans" presStyleCnt="0"/>
      <dgm:spPr/>
    </dgm:pt>
    <dgm:pt modelId="{E835A8BD-EA56-44B7-9EE4-C9ED48C7918A}" type="pres">
      <dgm:prSet presAssocID="{7EB9F00F-0DF3-4677-93DC-D6A6CCA92476}" presName="compNode" presStyleCnt="0"/>
      <dgm:spPr/>
    </dgm:pt>
    <dgm:pt modelId="{8B9498AE-C21F-4C72-9DD7-0DFD2AF86AC1}" type="pres">
      <dgm:prSet presAssocID="{7EB9F00F-0DF3-4677-93DC-D6A6CCA92476}" presName="bgRect" presStyleLbl="bgShp" presStyleIdx="1" presStyleCnt="4"/>
      <dgm:spPr/>
    </dgm:pt>
    <dgm:pt modelId="{8121E251-3C9B-421F-B0D5-E3617B59A7BC}" type="pres">
      <dgm:prSet presAssocID="{7EB9F00F-0DF3-4677-93DC-D6A6CCA9247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D2A65C33-9B53-4736-8538-5BEC14ADDA0D}" type="pres">
      <dgm:prSet presAssocID="{7EB9F00F-0DF3-4677-93DC-D6A6CCA92476}" presName="spaceRect" presStyleCnt="0"/>
      <dgm:spPr/>
    </dgm:pt>
    <dgm:pt modelId="{DB2551B5-762F-4EFE-8608-B94D4D19F87F}" type="pres">
      <dgm:prSet presAssocID="{7EB9F00F-0DF3-4677-93DC-D6A6CCA92476}" presName="parTx" presStyleLbl="revTx" presStyleIdx="1" presStyleCnt="4">
        <dgm:presLayoutVars>
          <dgm:chMax val="0"/>
          <dgm:chPref val="0"/>
        </dgm:presLayoutVars>
      </dgm:prSet>
      <dgm:spPr/>
    </dgm:pt>
    <dgm:pt modelId="{6EBD24C2-CA2B-47B5-8D77-FB26D6A551A0}" type="pres">
      <dgm:prSet presAssocID="{FFA4BB2E-2D1C-474A-9080-5CDE0B394A46}" presName="sibTrans" presStyleCnt="0"/>
      <dgm:spPr/>
    </dgm:pt>
    <dgm:pt modelId="{B469871E-C4FA-4472-B2F8-2EEB2A9D255F}" type="pres">
      <dgm:prSet presAssocID="{A941206E-A4C7-4425-9EDA-689AEB86C79C}" presName="compNode" presStyleCnt="0"/>
      <dgm:spPr/>
    </dgm:pt>
    <dgm:pt modelId="{4E309391-F470-4B25-8FC7-D64FFF3DB4D2}" type="pres">
      <dgm:prSet presAssocID="{A941206E-A4C7-4425-9EDA-689AEB86C79C}" presName="bgRect" presStyleLbl="bgShp" presStyleIdx="2" presStyleCnt="4"/>
      <dgm:spPr/>
    </dgm:pt>
    <dgm:pt modelId="{13210E26-7E7A-4DA9-B194-94210F6F0C91}" type="pres">
      <dgm:prSet presAssocID="{A941206E-A4C7-4425-9EDA-689AEB86C7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63127D9-46BB-4808-AAEA-D974B9F4408D}" type="pres">
      <dgm:prSet presAssocID="{A941206E-A4C7-4425-9EDA-689AEB86C79C}" presName="spaceRect" presStyleCnt="0"/>
      <dgm:spPr/>
    </dgm:pt>
    <dgm:pt modelId="{3076393F-48C9-4284-8B17-C6558FB914CA}" type="pres">
      <dgm:prSet presAssocID="{A941206E-A4C7-4425-9EDA-689AEB86C79C}" presName="parTx" presStyleLbl="revTx" presStyleIdx="2" presStyleCnt="4">
        <dgm:presLayoutVars>
          <dgm:chMax val="0"/>
          <dgm:chPref val="0"/>
        </dgm:presLayoutVars>
      </dgm:prSet>
      <dgm:spPr/>
    </dgm:pt>
    <dgm:pt modelId="{00C5CE16-B755-490F-B777-9A5DF45F81CF}" type="pres">
      <dgm:prSet presAssocID="{5AE3790D-454E-4ACF-B69D-89674D59DCFD}" presName="sibTrans" presStyleCnt="0"/>
      <dgm:spPr/>
    </dgm:pt>
    <dgm:pt modelId="{6B6D92F1-171A-48C5-9480-40C73C4B151D}" type="pres">
      <dgm:prSet presAssocID="{2A235612-1AA6-4F28-8EE8-E803FA9A470D}" presName="compNode" presStyleCnt="0"/>
      <dgm:spPr/>
    </dgm:pt>
    <dgm:pt modelId="{5234ACBE-682B-4C07-BC19-FC57410EE211}" type="pres">
      <dgm:prSet presAssocID="{2A235612-1AA6-4F28-8EE8-E803FA9A470D}" presName="bgRect" presStyleLbl="bgShp" presStyleIdx="3" presStyleCnt="4"/>
      <dgm:spPr/>
    </dgm:pt>
    <dgm:pt modelId="{0AF1F4C9-DDF5-4FBB-BD23-0AE96D15129E}" type="pres">
      <dgm:prSet presAssocID="{2A235612-1AA6-4F28-8EE8-E803FA9A470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29A1E0C-EC0C-4C9E-9F97-F3CBF859C4F4}" type="pres">
      <dgm:prSet presAssocID="{2A235612-1AA6-4F28-8EE8-E803FA9A470D}" presName="spaceRect" presStyleCnt="0"/>
      <dgm:spPr/>
    </dgm:pt>
    <dgm:pt modelId="{3B034879-8D17-4BD4-9606-7DA4907DEAB8}" type="pres">
      <dgm:prSet presAssocID="{2A235612-1AA6-4F28-8EE8-E803FA9A470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04E0A09-3A2F-45DC-B1A5-409EEC3FE5D1}" srcId="{E1519C91-2853-43CE-97D9-7EC25F27B085}" destId="{F9C1AFF2-D731-4365-A82A-52B1C0FCC106}" srcOrd="0" destOrd="0" parTransId="{914F3FE4-B069-4E48-892C-EC5E5212A9E1}" sibTransId="{1EBB5F13-F5A7-4DF0-BBBB-D44D7F0DB676}"/>
    <dgm:cxn modelId="{7F805109-9B53-4AC5-8240-D3FAA858CAB7}" type="presOf" srcId="{F9C1AFF2-D731-4365-A82A-52B1C0FCC106}" destId="{9E19C915-424C-4507-ADC8-5E00774C8BDB}" srcOrd="0" destOrd="0" presId="urn:microsoft.com/office/officeart/2018/2/layout/IconVerticalSolidList"/>
    <dgm:cxn modelId="{CF06F75F-0291-4DB5-967A-189D2CB31DAE}" type="presOf" srcId="{7EB9F00F-0DF3-4677-93DC-D6A6CCA92476}" destId="{DB2551B5-762F-4EFE-8608-B94D4D19F87F}" srcOrd="0" destOrd="0" presId="urn:microsoft.com/office/officeart/2018/2/layout/IconVerticalSolidList"/>
    <dgm:cxn modelId="{A4AC1241-2AFC-4B4E-BCE0-134FFFB9F019}" srcId="{E1519C91-2853-43CE-97D9-7EC25F27B085}" destId="{2A235612-1AA6-4F28-8EE8-E803FA9A470D}" srcOrd="3" destOrd="0" parTransId="{D6546EED-0A14-4B38-A04F-CBD075C383BB}" sibTransId="{4FAF12F3-FB6B-4977-AAD7-DDB8CB3C6EC3}"/>
    <dgm:cxn modelId="{A7B6268F-AF12-4F22-99EF-1FD55B54F949}" type="presOf" srcId="{E1519C91-2853-43CE-97D9-7EC25F27B085}" destId="{25E78382-3CA5-4E3D-9AAD-62B91A27FEAE}" srcOrd="0" destOrd="0" presId="urn:microsoft.com/office/officeart/2018/2/layout/IconVerticalSolidList"/>
    <dgm:cxn modelId="{A6D57294-48CC-448A-B259-C502CC1C1DCA}" type="presOf" srcId="{A941206E-A4C7-4425-9EDA-689AEB86C79C}" destId="{3076393F-48C9-4284-8B17-C6558FB914CA}" srcOrd="0" destOrd="0" presId="urn:microsoft.com/office/officeart/2018/2/layout/IconVerticalSolidList"/>
    <dgm:cxn modelId="{0EEFEFAA-6694-4A95-A6D4-4FF5E64D8C33}" type="presOf" srcId="{2A235612-1AA6-4F28-8EE8-E803FA9A470D}" destId="{3B034879-8D17-4BD4-9606-7DA4907DEAB8}" srcOrd="0" destOrd="0" presId="urn:microsoft.com/office/officeart/2018/2/layout/IconVerticalSolidList"/>
    <dgm:cxn modelId="{9EF20BE7-CD80-4CD0-BD93-F5CF11A1628B}" srcId="{E1519C91-2853-43CE-97D9-7EC25F27B085}" destId="{7EB9F00F-0DF3-4677-93DC-D6A6CCA92476}" srcOrd="1" destOrd="0" parTransId="{C7737791-6BE5-4788-A585-49565107010E}" sibTransId="{FFA4BB2E-2D1C-474A-9080-5CDE0B394A46}"/>
    <dgm:cxn modelId="{C2D53BF7-59DA-4025-BCAE-ED6847A8DBB6}" srcId="{E1519C91-2853-43CE-97D9-7EC25F27B085}" destId="{A941206E-A4C7-4425-9EDA-689AEB86C79C}" srcOrd="2" destOrd="0" parTransId="{46A580C3-BFC7-41AD-A354-99F07C0D2A7A}" sibTransId="{5AE3790D-454E-4ACF-B69D-89674D59DCFD}"/>
    <dgm:cxn modelId="{CD00476A-E891-4DB1-B0D4-5015262DFC9B}" type="presParOf" srcId="{25E78382-3CA5-4E3D-9AAD-62B91A27FEAE}" destId="{54130FFE-6A4E-4010-A385-6D961445FDCF}" srcOrd="0" destOrd="0" presId="urn:microsoft.com/office/officeart/2018/2/layout/IconVerticalSolidList"/>
    <dgm:cxn modelId="{A4960EEE-FF55-4928-A821-22D132AAAD8A}" type="presParOf" srcId="{54130FFE-6A4E-4010-A385-6D961445FDCF}" destId="{9BFF3295-2240-40D1-9030-FAFD8D3C808C}" srcOrd="0" destOrd="0" presId="urn:microsoft.com/office/officeart/2018/2/layout/IconVerticalSolidList"/>
    <dgm:cxn modelId="{AFB8B4C4-9027-4931-9FFB-EDCC80206406}" type="presParOf" srcId="{54130FFE-6A4E-4010-A385-6D961445FDCF}" destId="{C6701AFC-8EA4-4851-A5FD-BDEA065704B2}" srcOrd="1" destOrd="0" presId="urn:microsoft.com/office/officeart/2018/2/layout/IconVerticalSolidList"/>
    <dgm:cxn modelId="{45F0C930-FC32-4618-82A0-E8122BA5B126}" type="presParOf" srcId="{54130FFE-6A4E-4010-A385-6D961445FDCF}" destId="{9B585D9A-7E0D-4F5C-B6F3-434C3EDFA2F4}" srcOrd="2" destOrd="0" presId="urn:microsoft.com/office/officeart/2018/2/layout/IconVerticalSolidList"/>
    <dgm:cxn modelId="{A6AA2C5C-20A2-4550-A76B-997ED71A4193}" type="presParOf" srcId="{54130FFE-6A4E-4010-A385-6D961445FDCF}" destId="{9E19C915-424C-4507-ADC8-5E00774C8BDB}" srcOrd="3" destOrd="0" presId="urn:microsoft.com/office/officeart/2018/2/layout/IconVerticalSolidList"/>
    <dgm:cxn modelId="{8D58087B-C2B6-49BC-8DA5-DE9F285EA8A6}" type="presParOf" srcId="{25E78382-3CA5-4E3D-9AAD-62B91A27FEAE}" destId="{E0C25232-538A-4366-B7AD-0D11AE061F40}" srcOrd="1" destOrd="0" presId="urn:microsoft.com/office/officeart/2018/2/layout/IconVerticalSolidList"/>
    <dgm:cxn modelId="{9A4AD4FD-76EF-4EB4-878C-A7A48A361823}" type="presParOf" srcId="{25E78382-3CA5-4E3D-9AAD-62B91A27FEAE}" destId="{E835A8BD-EA56-44B7-9EE4-C9ED48C7918A}" srcOrd="2" destOrd="0" presId="urn:microsoft.com/office/officeart/2018/2/layout/IconVerticalSolidList"/>
    <dgm:cxn modelId="{C63CB05A-2469-4E21-8BF8-A9640C375AE1}" type="presParOf" srcId="{E835A8BD-EA56-44B7-9EE4-C9ED48C7918A}" destId="{8B9498AE-C21F-4C72-9DD7-0DFD2AF86AC1}" srcOrd="0" destOrd="0" presId="urn:microsoft.com/office/officeart/2018/2/layout/IconVerticalSolidList"/>
    <dgm:cxn modelId="{A8ED74DB-D296-4507-BF0F-55E446A6BCA7}" type="presParOf" srcId="{E835A8BD-EA56-44B7-9EE4-C9ED48C7918A}" destId="{8121E251-3C9B-421F-B0D5-E3617B59A7BC}" srcOrd="1" destOrd="0" presId="urn:microsoft.com/office/officeart/2018/2/layout/IconVerticalSolidList"/>
    <dgm:cxn modelId="{F8C0582B-4CBA-4F41-9E6F-10178EFD3E92}" type="presParOf" srcId="{E835A8BD-EA56-44B7-9EE4-C9ED48C7918A}" destId="{D2A65C33-9B53-4736-8538-5BEC14ADDA0D}" srcOrd="2" destOrd="0" presId="urn:microsoft.com/office/officeart/2018/2/layout/IconVerticalSolidList"/>
    <dgm:cxn modelId="{91CE55BB-943F-4921-B414-FFBC77F38AE4}" type="presParOf" srcId="{E835A8BD-EA56-44B7-9EE4-C9ED48C7918A}" destId="{DB2551B5-762F-4EFE-8608-B94D4D19F87F}" srcOrd="3" destOrd="0" presId="urn:microsoft.com/office/officeart/2018/2/layout/IconVerticalSolidList"/>
    <dgm:cxn modelId="{401439C8-CB61-4B45-AEC3-FD259ABA6895}" type="presParOf" srcId="{25E78382-3CA5-4E3D-9AAD-62B91A27FEAE}" destId="{6EBD24C2-CA2B-47B5-8D77-FB26D6A551A0}" srcOrd="3" destOrd="0" presId="urn:microsoft.com/office/officeart/2018/2/layout/IconVerticalSolidList"/>
    <dgm:cxn modelId="{E9CFE29E-D5DB-4F68-8DF0-B923311F5CB8}" type="presParOf" srcId="{25E78382-3CA5-4E3D-9AAD-62B91A27FEAE}" destId="{B469871E-C4FA-4472-B2F8-2EEB2A9D255F}" srcOrd="4" destOrd="0" presId="urn:microsoft.com/office/officeart/2018/2/layout/IconVerticalSolidList"/>
    <dgm:cxn modelId="{78EA4F94-199F-41E1-B69C-1938F2E1DD34}" type="presParOf" srcId="{B469871E-C4FA-4472-B2F8-2EEB2A9D255F}" destId="{4E309391-F470-4B25-8FC7-D64FFF3DB4D2}" srcOrd="0" destOrd="0" presId="urn:microsoft.com/office/officeart/2018/2/layout/IconVerticalSolidList"/>
    <dgm:cxn modelId="{D1554CDF-2FB6-425E-9613-FDF18AE72A99}" type="presParOf" srcId="{B469871E-C4FA-4472-B2F8-2EEB2A9D255F}" destId="{13210E26-7E7A-4DA9-B194-94210F6F0C91}" srcOrd="1" destOrd="0" presId="urn:microsoft.com/office/officeart/2018/2/layout/IconVerticalSolidList"/>
    <dgm:cxn modelId="{E4F95249-554E-45AC-9326-0E56BB2D7A56}" type="presParOf" srcId="{B469871E-C4FA-4472-B2F8-2EEB2A9D255F}" destId="{963127D9-46BB-4808-AAEA-D974B9F4408D}" srcOrd="2" destOrd="0" presId="urn:microsoft.com/office/officeart/2018/2/layout/IconVerticalSolidList"/>
    <dgm:cxn modelId="{7317FEDE-819A-40CA-82AF-7718F3C86605}" type="presParOf" srcId="{B469871E-C4FA-4472-B2F8-2EEB2A9D255F}" destId="{3076393F-48C9-4284-8B17-C6558FB914CA}" srcOrd="3" destOrd="0" presId="urn:microsoft.com/office/officeart/2018/2/layout/IconVerticalSolidList"/>
    <dgm:cxn modelId="{8095295D-7A1A-4E34-B377-C8BC12A34EF5}" type="presParOf" srcId="{25E78382-3CA5-4E3D-9AAD-62B91A27FEAE}" destId="{00C5CE16-B755-490F-B777-9A5DF45F81CF}" srcOrd="5" destOrd="0" presId="urn:microsoft.com/office/officeart/2018/2/layout/IconVerticalSolidList"/>
    <dgm:cxn modelId="{F58C2228-7A85-4EAF-AC79-CEEE1A09F835}" type="presParOf" srcId="{25E78382-3CA5-4E3D-9AAD-62B91A27FEAE}" destId="{6B6D92F1-171A-48C5-9480-40C73C4B151D}" srcOrd="6" destOrd="0" presId="urn:microsoft.com/office/officeart/2018/2/layout/IconVerticalSolidList"/>
    <dgm:cxn modelId="{2CD144A7-8F8D-48CC-A55D-46271847DD11}" type="presParOf" srcId="{6B6D92F1-171A-48C5-9480-40C73C4B151D}" destId="{5234ACBE-682B-4C07-BC19-FC57410EE211}" srcOrd="0" destOrd="0" presId="urn:microsoft.com/office/officeart/2018/2/layout/IconVerticalSolidList"/>
    <dgm:cxn modelId="{7E5C29DC-972E-40D7-AD6F-56D562C02699}" type="presParOf" srcId="{6B6D92F1-171A-48C5-9480-40C73C4B151D}" destId="{0AF1F4C9-DDF5-4FBB-BD23-0AE96D15129E}" srcOrd="1" destOrd="0" presId="urn:microsoft.com/office/officeart/2018/2/layout/IconVerticalSolidList"/>
    <dgm:cxn modelId="{794B086B-7DC1-4130-885E-7C1A0AD028E8}" type="presParOf" srcId="{6B6D92F1-171A-48C5-9480-40C73C4B151D}" destId="{E29A1E0C-EC0C-4C9E-9F97-F3CBF859C4F4}" srcOrd="2" destOrd="0" presId="urn:microsoft.com/office/officeart/2018/2/layout/IconVerticalSolidList"/>
    <dgm:cxn modelId="{2B01971B-B78B-4EEF-AB35-C21A60521266}" type="presParOf" srcId="{6B6D92F1-171A-48C5-9480-40C73C4B151D}" destId="{3B034879-8D17-4BD4-9606-7DA4907DEA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89C2D2-CA42-439B-87FC-9197E7A8D4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124D95-E9FC-4DCB-BC8C-CA7DC3DE33BE}">
      <dgm:prSet/>
      <dgm:spPr/>
      <dgm:t>
        <a:bodyPr/>
        <a:lstStyle/>
        <a:p>
          <a:r>
            <a:rPr lang="en-US"/>
            <a:t>To record daily expenses efficiently</a:t>
          </a:r>
        </a:p>
      </dgm:t>
    </dgm:pt>
    <dgm:pt modelId="{CC98F316-123B-43F9-A6F3-3C55D7A09114}" type="parTrans" cxnId="{9A9C9916-0E48-4E8B-BBEF-3422A9208D99}">
      <dgm:prSet/>
      <dgm:spPr/>
      <dgm:t>
        <a:bodyPr/>
        <a:lstStyle/>
        <a:p>
          <a:endParaRPr lang="en-US"/>
        </a:p>
      </dgm:t>
    </dgm:pt>
    <dgm:pt modelId="{9C144AE6-8AA8-447A-906F-88D2736A7D77}" type="sibTrans" cxnId="{9A9C9916-0E48-4E8B-BBEF-3422A9208D99}">
      <dgm:prSet/>
      <dgm:spPr/>
      <dgm:t>
        <a:bodyPr/>
        <a:lstStyle/>
        <a:p>
          <a:endParaRPr lang="en-US"/>
        </a:p>
      </dgm:t>
    </dgm:pt>
    <dgm:pt modelId="{A2269843-51D7-44A0-B71F-1CD1C2E8E16C}">
      <dgm:prSet/>
      <dgm:spPr/>
      <dgm:t>
        <a:bodyPr/>
        <a:lstStyle/>
        <a:p>
          <a:r>
            <a:rPr lang="en-US"/>
            <a:t>To analyze spending habits over time</a:t>
          </a:r>
        </a:p>
      </dgm:t>
    </dgm:pt>
    <dgm:pt modelId="{F29EE85F-ABFE-4930-8887-572A9C754EA0}" type="parTrans" cxnId="{DB159BC0-2B8E-45A1-A5BE-856BDA557BE7}">
      <dgm:prSet/>
      <dgm:spPr/>
      <dgm:t>
        <a:bodyPr/>
        <a:lstStyle/>
        <a:p>
          <a:endParaRPr lang="en-US"/>
        </a:p>
      </dgm:t>
    </dgm:pt>
    <dgm:pt modelId="{DF98DEFD-B512-41AE-A30E-5E58ABF749E7}" type="sibTrans" cxnId="{DB159BC0-2B8E-45A1-A5BE-856BDA557BE7}">
      <dgm:prSet/>
      <dgm:spPr/>
      <dgm:t>
        <a:bodyPr/>
        <a:lstStyle/>
        <a:p>
          <a:endParaRPr lang="en-US"/>
        </a:p>
      </dgm:t>
    </dgm:pt>
    <dgm:pt modelId="{35B2265F-EC1D-4296-9EFE-60BB8885045F}">
      <dgm:prSet/>
      <dgm:spPr/>
      <dgm:t>
        <a:bodyPr/>
        <a:lstStyle/>
        <a:p>
          <a:r>
            <a:rPr lang="en-US"/>
            <a:t>To identify areas of money wastage</a:t>
          </a:r>
        </a:p>
      </dgm:t>
    </dgm:pt>
    <dgm:pt modelId="{934A5E93-E0D4-45F6-BBCE-DE9FA01FBCD5}" type="parTrans" cxnId="{5C755E38-0440-4BA3-A923-BC3197163384}">
      <dgm:prSet/>
      <dgm:spPr/>
      <dgm:t>
        <a:bodyPr/>
        <a:lstStyle/>
        <a:p>
          <a:endParaRPr lang="en-US"/>
        </a:p>
      </dgm:t>
    </dgm:pt>
    <dgm:pt modelId="{1927B60A-5928-49F1-9270-96F1E6F9EF6D}" type="sibTrans" cxnId="{5C755E38-0440-4BA3-A923-BC3197163384}">
      <dgm:prSet/>
      <dgm:spPr/>
      <dgm:t>
        <a:bodyPr/>
        <a:lstStyle/>
        <a:p>
          <a:endParaRPr lang="en-US"/>
        </a:p>
      </dgm:t>
    </dgm:pt>
    <dgm:pt modelId="{C16BD004-05FE-41E6-BCF1-F259D56A916E}">
      <dgm:prSet/>
      <dgm:spPr/>
      <dgm:t>
        <a:bodyPr/>
        <a:lstStyle/>
        <a:p>
          <a:r>
            <a:rPr lang="en-US"/>
            <a:t>To help users improve saving habits</a:t>
          </a:r>
        </a:p>
      </dgm:t>
    </dgm:pt>
    <dgm:pt modelId="{FEFDDCC7-22BA-47BE-87C2-5AC0B7B9681A}" type="parTrans" cxnId="{1DB03F5D-1A5D-40B4-AC6D-092F11EE0C2E}">
      <dgm:prSet/>
      <dgm:spPr/>
      <dgm:t>
        <a:bodyPr/>
        <a:lstStyle/>
        <a:p>
          <a:endParaRPr lang="en-US"/>
        </a:p>
      </dgm:t>
    </dgm:pt>
    <dgm:pt modelId="{1FF0BE0D-B93B-4B25-8415-EFE1C8E0869E}" type="sibTrans" cxnId="{1DB03F5D-1A5D-40B4-AC6D-092F11EE0C2E}">
      <dgm:prSet/>
      <dgm:spPr/>
      <dgm:t>
        <a:bodyPr/>
        <a:lstStyle/>
        <a:p>
          <a:endParaRPr lang="en-US"/>
        </a:p>
      </dgm:t>
    </dgm:pt>
    <dgm:pt modelId="{BE326E62-10C2-4ED6-83AD-ED295D7E3C19}" type="pres">
      <dgm:prSet presAssocID="{AF89C2D2-CA42-439B-87FC-9197E7A8D406}" presName="root" presStyleCnt="0">
        <dgm:presLayoutVars>
          <dgm:dir/>
          <dgm:resizeHandles val="exact"/>
        </dgm:presLayoutVars>
      </dgm:prSet>
      <dgm:spPr/>
    </dgm:pt>
    <dgm:pt modelId="{687553FC-9089-4189-B874-E957A3242459}" type="pres">
      <dgm:prSet presAssocID="{43124D95-E9FC-4DCB-BC8C-CA7DC3DE33BE}" presName="compNode" presStyleCnt="0"/>
      <dgm:spPr/>
    </dgm:pt>
    <dgm:pt modelId="{CC0B575D-8C73-47FC-A7C2-92789613B1A7}" type="pres">
      <dgm:prSet presAssocID="{43124D95-E9FC-4DCB-BC8C-CA7DC3DE33BE}" presName="bgRect" presStyleLbl="bgShp" presStyleIdx="0" presStyleCnt="4"/>
      <dgm:spPr/>
    </dgm:pt>
    <dgm:pt modelId="{BAEE5FBA-6C34-4B09-9515-D07173187A00}" type="pres">
      <dgm:prSet presAssocID="{43124D95-E9FC-4DCB-BC8C-CA7DC3DE33B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E5A1596-FE76-4306-AE0B-E89F71D41C13}" type="pres">
      <dgm:prSet presAssocID="{43124D95-E9FC-4DCB-BC8C-CA7DC3DE33BE}" presName="spaceRect" presStyleCnt="0"/>
      <dgm:spPr/>
    </dgm:pt>
    <dgm:pt modelId="{0FED5CAA-65B7-448E-9843-452083D5DCD8}" type="pres">
      <dgm:prSet presAssocID="{43124D95-E9FC-4DCB-BC8C-CA7DC3DE33BE}" presName="parTx" presStyleLbl="revTx" presStyleIdx="0" presStyleCnt="4">
        <dgm:presLayoutVars>
          <dgm:chMax val="0"/>
          <dgm:chPref val="0"/>
        </dgm:presLayoutVars>
      </dgm:prSet>
      <dgm:spPr/>
    </dgm:pt>
    <dgm:pt modelId="{FE91F73B-0AB5-498D-AE62-90BAA6D9D50C}" type="pres">
      <dgm:prSet presAssocID="{9C144AE6-8AA8-447A-906F-88D2736A7D77}" presName="sibTrans" presStyleCnt="0"/>
      <dgm:spPr/>
    </dgm:pt>
    <dgm:pt modelId="{82DBD727-CA4E-4CA2-B3BA-A3013AA2607D}" type="pres">
      <dgm:prSet presAssocID="{A2269843-51D7-44A0-B71F-1CD1C2E8E16C}" presName="compNode" presStyleCnt="0"/>
      <dgm:spPr/>
    </dgm:pt>
    <dgm:pt modelId="{D08C45E5-7C0F-4DEA-825D-456437C28D25}" type="pres">
      <dgm:prSet presAssocID="{A2269843-51D7-44A0-B71F-1CD1C2E8E16C}" presName="bgRect" presStyleLbl="bgShp" presStyleIdx="1" presStyleCnt="4"/>
      <dgm:spPr/>
    </dgm:pt>
    <dgm:pt modelId="{64CC827C-41CA-439E-A8D5-C3A692FF1481}" type="pres">
      <dgm:prSet presAssocID="{A2269843-51D7-44A0-B71F-1CD1C2E8E16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041AA74-4316-4BB7-BA60-B2D673800571}" type="pres">
      <dgm:prSet presAssocID="{A2269843-51D7-44A0-B71F-1CD1C2E8E16C}" presName="spaceRect" presStyleCnt="0"/>
      <dgm:spPr/>
    </dgm:pt>
    <dgm:pt modelId="{02E3CC17-41AF-4CD4-A331-B4A2339B6098}" type="pres">
      <dgm:prSet presAssocID="{A2269843-51D7-44A0-B71F-1CD1C2E8E16C}" presName="parTx" presStyleLbl="revTx" presStyleIdx="1" presStyleCnt="4">
        <dgm:presLayoutVars>
          <dgm:chMax val="0"/>
          <dgm:chPref val="0"/>
        </dgm:presLayoutVars>
      </dgm:prSet>
      <dgm:spPr/>
    </dgm:pt>
    <dgm:pt modelId="{BCDF42C8-B88F-4DFB-AB6E-F5F73D034481}" type="pres">
      <dgm:prSet presAssocID="{DF98DEFD-B512-41AE-A30E-5E58ABF749E7}" presName="sibTrans" presStyleCnt="0"/>
      <dgm:spPr/>
    </dgm:pt>
    <dgm:pt modelId="{8AD3FF2A-C890-4DC2-8922-B78FA1FFBB55}" type="pres">
      <dgm:prSet presAssocID="{35B2265F-EC1D-4296-9EFE-60BB8885045F}" presName="compNode" presStyleCnt="0"/>
      <dgm:spPr/>
    </dgm:pt>
    <dgm:pt modelId="{A7731047-9F9D-4336-98BC-90B5C6D7581F}" type="pres">
      <dgm:prSet presAssocID="{35B2265F-EC1D-4296-9EFE-60BB8885045F}" presName="bgRect" presStyleLbl="bgShp" presStyleIdx="2" presStyleCnt="4"/>
      <dgm:spPr/>
    </dgm:pt>
    <dgm:pt modelId="{F20587C6-A16E-4026-B1F7-EB9A8F7373AC}" type="pres">
      <dgm:prSet presAssocID="{35B2265F-EC1D-4296-9EFE-60BB8885045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D742CFF5-CF68-4649-B1CB-A66538FF0E1C}" type="pres">
      <dgm:prSet presAssocID="{35B2265F-EC1D-4296-9EFE-60BB8885045F}" presName="spaceRect" presStyleCnt="0"/>
      <dgm:spPr/>
    </dgm:pt>
    <dgm:pt modelId="{CBF48D2D-B489-4D77-BAF7-9D624A3AEF53}" type="pres">
      <dgm:prSet presAssocID="{35B2265F-EC1D-4296-9EFE-60BB8885045F}" presName="parTx" presStyleLbl="revTx" presStyleIdx="2" presStyleCnt="4">
        <dgm:presLayoutVars>
          <dgm:chMax val="0"/>
          <dgm:chPref val="0"/>
        </dgm:presLayoutVars>
      </dgm:prSet>
      <dgm:spPr/>
    </dgm:pt>
    <dgm:pt modelId="{E83F22AC-DDF3-47C5-AD62-F355051FB39C}" type="pres">
      <dgm:prSet presAssocID="{1927B60A-5928-49F1-9270-96F1E6F9EF6D}" presName="sibTrans" presStyleCnt="0"/>
      <dgm:spPr/>
    </dgm:pt>
    <dgm:pt modelId="{F6A1B518-183E-4FBE-B0E3-A322C3836A3A}" type="pres">
      <dgm:prSet presAssocID="{C16BD004-05FE-41E6-BCF1-F259D56A916E}" presName="compNode" presStyleCnt="0"/>
      <dgm:spPr/>
    </dgm:pt>
    <dgm:pt modelId="{452AEFD9-32EE-4F19-9898-9A636032F404}" type="pres">
      <dgm:prSet presAssocID="{C16BD004-05FE-41E6-BCF1-F259D56A916E}" presName="bgRect" presStyleLbl="bgShp" presStyleIdx="3" presStyleCnt="4"/>
      <dgm:spPr/>
    </dgm:pt>
    <dgm:pt modelId="{5F0440E9-623E-49E0-B002-FB5C99855F7A}" type="pres">
      <dgm:prSet presAssocID="{C16BD004-05FE-41E6-BCF1-F259D56A916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C1D2575B-700D-4F51-9796-B6CD44212F94}" type="pres">
      <dgm:prSet presAssocID="{C16BD004-05FE-41E6-BCF1-F259D56A916E}" presName="spaceRect" presStyleCnt="0"/>
      <dgm:spPr/>
    </dgm:pt>
    <dgm:pt modelId="{475FAB7C-EB45-4B06-8965-A9A14299267A}" type="pres">
      <dgm:prSet presAssocID="{C16BD004-05FE-41E6-BCF1-F259D56A916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A9C9916-0E48-4E8B-BBEF-3422A9208D99}" srcId="{AF89C2D2-CA42-439B-87FC-9197E7A8D406}" destId="{43124D95-E9FC-4DCB-BC8C-CA7DC3DE33BE}" srcOrd="0" destOrd="0" parTransId="{CC98F316-123B-43F9-A6F3-3C55D7A09114}" sibTransId="{9C144AE6-8AA8-447A-906F-88D2736A7D77}"/>
    <dgm:cxn modelId="{5C755E38-0440-4BA3-A923-BC3197163384}" srcId="{AF89C2D2-CA42-439B-87FC-9197E7A8D406}" destId="{35B2265F-EC1D-4296-9EFE-60BB8885045F}" srcOrd="2" destOrd="0" parTransId="{934A5E93-E0D4-45F6-BBCE-DE9FA01FBCD5}" sibTransId="{1927B60A-5928-49F1-9270-96F1E6F9EF6D}"/>
    <dgm:cxn modelId="{1DB03F5D-1A5D-40B4-AC6D-092F11EE0C2E}" srcId="{AF89C2D2-CA42-439B-87FC-9197E7A8D406}" destId="{C16BD004-05FE-41E6-BCF1-F259D56A916E}" srcOrd="3" destOrd="0" parTransId="{FEFDDCC7-22BA-47BE-87C2-5AC0B7B9681A}" sibTransId="{1FF0BE0D-B93B-4B25-8415-EFE1C8E0869E}"/>
    <dgm:cxn modelId="{DDE71345-E688-432B-89FC-7874E9AD8EF6}" type="presOf" srcId="{43124D95-E9FC-4DCB-BC8C-CA7DC3DE33BE}" destId="{0FED5CAA-65B7-448E-9843-452083D5DCD8}" srcOrd="0" destOrd="0" presId="urn:microsoft.com/office/officeart/2018/2/layout/IconVerticalSolidList"/>
    <dgm:cxn modelId="{DE60847F-C85E-44CF-8FEB-BF7F40901EA9}" type="presOf" srcId="{A2269843-51D7-44A0-B71F-1CD1C2E8E16C}" destId="{02E3CC17-41AF-4CD4-A331-B4A2339B6098}" srcOrd="0" destOrd="0" presId="urn:microsoft.com/office/officeart/2018/2/layout/IconVerticalSolidList"/>
    <dgm:cxn modelId="{23AA5F87-063B-41B2-9E28-66F7219FD083}" type="presOf" srcId="{AF89C2D2-CA42-439B-87FC-9197E7A8D406}" destId="{BE326E62-10C2-4ED6-83AD-ED295D7E3C19}" srcOrd="0" destOrd="0" presId="urn:microsoft.com/office/officeart/2018/2/layout/IconVerticalSolidList"/>
    <dgm:cxn modelId="{C36C76C0-595F-4096-B9F9-1EFB6A577A0B}" type="presOf" srcId="{C16BD004-05FE-41E6-BCF1-F259D56A916E}" destId="{475FAB7C-EB45-4B06-8965-A9A14299267A}" srcOrd="0" destOrd="0" presId="urn:microsoft.com/office/officeart/2018/2/layout/IconVerticalSolidList"/>
    <dgm:cxn modelId="{DB159BC0-2B8E-45A1-A5BE-856BDA557BE7}" srcId="{AF89C2D2-CA42-439B-87FC-9197E7A8D406}" destId="{A2269843-51D7-44A0-B71F-1CD1C2E8E16C}" srcOrd="1" destOrd="0" parTransId="{F29EE85F-ABFE-4930-8887-572A9C754EA0}" sibTransId="{DF98DEFD-B512-41AE-A30E-5E58ABF749E7}"/>
    <dgm:cxn modelId="{FDF481F6-FD15-452C-A749-26F235780A3B}" type="presOf" srcId="{35B2265F-EC1D-4296-9EFE-60BB8885045F}" destId="{CBF48D2D-B489-4D77-BAF7-9D624A3AEF53}" srcOrd="0" destOrd="0" presId="urn:microsoft.com/office/officeart/2018/2/layout/IconVerticalSolidList"/>
    <dgm:cxn modelId="{8712B131-FA40-4AEC-B5AD-17B869E0AA0A}" type="presParOf" srcId="{BE326E62-10C2-4ED6-83AD-ED295D7E3C19}" destId="{687553FC-9089-4189-B874-E957A3242459}" srcOrd="0" destOrd="0" presId="urn:microsoft.com/office/officeart/2018/2/layout/IconVerticalSolidList"/>
    <dgm:cxn modelId="{058148E0-74BC-46DC-A299-E3563F2B05E2}" type="presParOf" srcId="{687553FC-9089-4189-B874-E957A3242459}" destId="{CC0B575D-8C73-47FC-A7C2-92789613B1A7}" srcOrd="0" destOrd="0" presId="urn:microsoft.com/office/officeart/2018/2/layout/IconVerticalSolidList"/>
    <dgm:cxn modelId="{F0AC48CB-6DBA-419E-AB90-6591C443C60B}" type="presParOf" srcId="{687553FC-9089-4189-B874-E957A3242459}" destId="{BAEE5FBA-6C34-4B09-9515-D07173187A00}" srcOrd="1" destOrd="0" presId="urn:microsoft.com/office/officeart/2018/2/layout/IconVerticalSolidList"/>
    <dgm:cxn modelId="{F636EA4C-F867-41E0-96E1-A62696999D6E}" type="presParOf" srcId="{687553FC-9089-4189-B874-E957A3242459}" destId="{BE5A1596-FE76-4306-AE0B-E89F71D41C13}" srcOrd="2" destOrd="0" presId="urn:microsoft.com/office/officeart/2018/2/layout/IconVerticalSolidList"/>
    <dgm:cxn modelId="{AF0C33AA-8F10-44A5-9696-E2E2DE8AF5EF}" type="presParOf" srcId="{687553FC-9089-4189-B874-E957A3242459}" destId="{0FED5CAA-65B7-448E-9843-452083D5DCD8}" srcOrd="3" destOrd="0" presId="urn:microsoft.com/office/officeart/2018/2/layout/IconVerticalSolidList"/>
    <dgm:cxn modelId="{EF32AAEA-1150-495A-8A13-7085F9E9F3B0}" type="presParOf" srcId="{BE326E62-10C2-4ED6-83AD-ED295D7E3C19}" destId="{FE91F73B-0AB5-498D-AE62-90BAA6D9D50C}" srcOrd="1" destOrd="0" presId="urn:microsoft.com/office/officeart/2018/2/layout/IconVerticalSolidList"/>
    <dgm:cxn modelId="{9AFF95CA-2AA7-4C46-B08B-2DF831A4D5DA}" type="presParOf" srcId="{BE326E62-10C2-4ED6-83AD-ED295D7E3C19}" destId="{82DBD727-CA4E-4CA2-B3BA-A3013AA2607D}" srcOrd="2" destOrd="0" presId="urn:microsoft.com/office/officeart/2018/2/layout/IconVerticalSolidList"/>
    <dgm:cxn modelId="{5AAA7BC3-0A62-4BA8-B468-ED8448B31B68}" type="presParOf" srcId="{82DBD727-CA4E-4CA2-B3BA-A3013AA2607D}" destId="{D08C45E5-7C0F-4DEA-825D-456437C28D25}" srcOrd="0" destOrd="0" presId="urn:microsoft.com/office/officeart/2018/2/layout/IconVerticalSolidList"/>
    <dgm:cxn modelId="{33610E5B-D6D0-4417-90A9-DC3733FA24C2}" type="presParOf" srcId="{82DBD727-CA4E-4CA2-B3BA-A3013AA2607D}" destId="{64CC827C-41CA-439E-A8D5-C3A692FF1481}" srcOrd="1" destOrd="0" presId="urn:microsoft.com/office/officeart/2018/2/layout/IconVerticalSolidList"/>
    <dgm:cxn modelId="{97B8E857-8514-4602-96E6-57D475875CD1}" type="presParOf" srcId="{82DBD727-CA4E-4CA2-B3BA-A3013AA2607D}" destId="{A041AA74-4316-4BB7-BA60-B2D673800571}" srcOrd="2" destOrd="0" presId="urn:microsoft.com/office/officeart/2018/2/layout/IconVerticalSolidList"/>
    <dgm:cxn modelId="{4D340A8C-85ED-4610-8272-F14A5B982A6D}" type="presParOf" srcId="{82DBD727-CA4E-4CA2-B3BA-A3013AA2607D}" destId="{02E3CC17-41AF-4CD4-A331-B4A2339B6098}" srcOrd="3" destOrd="0" presId="urn:microsoft.com/office/officeart/2018/2/layout/IconVerticalSolidList"/>
    <dgm:cxn modelId="{DBA0DC40-B030-49D1-B3F5-C6EF105861F5}" type="presParOf" srcId="{BE326E62-10C2-4ED6-83AD-ED295D7E3C19}" destId="{BCDF42C8-B88F-4DFB-AB6E-F5F73D034481}" srcOrd="3" destOrd="0" presId="urn:microsoft.com/office/officeart/2018/2/layout/IconVerticalSolidList"/>
    <dgm:cxn modelId="{796C5AF6-10D8-4638-878B-79A796B9FD55}" type="presParOf" srcId="{BE326E62-10C2-4ED6-83AD-ED295D7E3C19}" destId="{8AD3FF2A-C890-4DC2-8922-B78FA1FFBB55}" srcOrd="4" destOrd="0" presId="urn:microsoft.com/office/officeart/2018/2/layout/IconVerticalSolidList"/>
    <dgm:cxn modelId="{0D934F2D-4E91-4F81-822B-F0AD764E675B}" type="presParOf" srcId="{8AD3FF2A-C890-4DC2-8922-B78FA1FFBB55}" destId="{A7731047-9F9D-4336-98BC-90B5C6D7581F}" srcOrd="0" destOrd="0" presId="urn:microsoft.com/office/officeart/2018/2/layout/IconVerticalSolidList"/>
    <dgm:cxn modelId="{26116478-27A1-4BBC-8DF8-C800E402FA98}" type="presParOf" srcId="{8AD3FF2A-C890-4DC2-8922-B78FA1FFBB55}" destId="{F20587C6-A16E-4026-B1F7-EB9A8F7373AC}" srcOrd="1" destOrd="0" presId="urn:microsoft.com/office/officeart/2018/2/layout/IconVerticalSolidList"/>
    <dgm:cxn modelId="{890A2D97-3409-48D7-8012-06EAFE32409D}" type="presParOf" srcId="{8AD3FF2A-C890-4DC2-8922-B78FA1FFBB55}" destId="{D742CFF5-CF68-4649-B1CB-A66538FF0E1C}" srcOrd="2" destOrd="0" presId="urn:microsoft.com/office/officeart/2018/2/layout/IconVerticalSolidList"/>
    <dgm:cxn modelId="{995DBAD8-6994-4210-87C7-CD62CD6FA9C5}" type="presParOf" srcId="{8AD3FF2A-C890-4DC2-8922-B78FA1FFBB55}" destId="{CBF48D2D-B489-4D77-BAF7-9D624A3AEF53}" srcOrd="3" destOrd="0" presId="urn:microsoft.com/office/officeart/2018/2/layout/IconVerticalSolidList"/>
    <dgm:cxn modelId="{19839483-40E7-4C0A-9AF9-9FB4C55EBBAD}" type="presParOf" srcId="{BE326E62-10C2-4ED6-83AD-ED295D7E3C19}" destId="{E83F22AC-DDF3-47C5-AD62-F355051FB39C}" srcOrd="5" destOrd="0" presId="urn:microsoft.com/office/officeart/2018/2/layout/IconVerticalSolidList"/>
    <dgm:cxn modelId="{73913067-32D3-4E7B-B155-AE883162EC25}" type="presParOf" srcId="{BE326E62-10C2-4ED6-83AD-ED295D7E3C19}" destId="{F6A1B518-183E-4FBE-B0E3-A322C3836A3A}" srcOrd="6" destOrd="0" presId="urn:microsoft.com/office/officeart/2018/2/layout/IconVerticalSolidList"/>
    <dgm:cxn modelId="{256C9777-253A-4288-97B6-8001119FEBCA}" type="presParOf" srcId="{F6A1B518-183E-4FBE-B0E3-A322C3836A3A}" destId="{452AEFD9-32EE-4F19-9898-9A636032F404}" srcOrd="0" destOrd="0" presId="urn:microsoft.com/office/officeart/2018/2/layout/IconVerticalSolidList"/>
    <dgm:cxn modelId="{B4DE2970-6FC8-476F-8317-E455CB8166E6}" type="presParOf" srcId="{F6A1B518-183E-4FBE-B0E3-A322C3836A3A}" destId="{5F0440E9-623E-49E0-B002-FB5C99855F7A}" srcOrd="1" destOrd="0" presId="urn:microsoft.com/office/officeart/2018/2/layout/IconVerticalSolidList"/>
    <dgm:cxn modelId="{181FC6E6-D7F5-4480-96A5-142A1FBC3EB5}" type="presParOf" srcId="{F6A1B518-183E-4FBE-B0E3-A322C3836A3A}" destId="{C1D2575B-700D-4F51-9796-B6CD44212F94}" srcOrd="2" destOrd="0" presId="urn:microsoft.com/office/officeart/2018/2/layout/IconVerticalSolidList"/>
    <dgm:cxn modelId="{58A6954E-3940-42C7-9E85-D71187F04A77}" type="presParOf" srcId="{F6A1B518-183E-4FBE-B0E3-A322C3836A3A}" destId="{475FAB7C-EB45-4B06-8965-A9A1429926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039DAB-6C88-45C9-BC8E-0FB9AAC8148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6E722B-AC8F-4712-9ADC-CB4192A4EC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Frontend developed using HTML for structure</a:t>
          </a:r>
        </a:p>
      </dgm:t>
    </dgm:pt>
    <dgm:pt modelId="{4EA2801A-26F7-4FC1-BF57-871A77819E31}" type="parTrans" cxnId="{264E03E5-F0A3-48AF-90E3-3F77B138C7F1}">
      <dgm:prSet/>
      <dgm:spPr/>
      <dgm:t>
        <a:bodyPr/>
        <a:lstStyle/>
        <a:p>
          <a:endParaRPr lang="en-US"/>
        </a:p>
      </dgm:t>
    </dgm:pt>
    <dgm:pt modelId="{823B1F4F-E70E-4328-B959-2BDFB2E2559B}" type="sibTrans" cxnId="{264E03E5-F0A3-48AF-90E3-3F77B138C7F1}">
      <dgm:prSet/>
      <dgm:spPr/>
      <dgm:t>
        <a:bodyPr/>
        <a:lstStyle/>
        <a:p>
          <a:endParaRPr lang="en-US"/>
        </a:p>
      </dgm:t>
    </dgm:pt>
    <dgm:pt modelId="{CE085735-8EE5-4F47-A4F2-B245B81CF3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CSS used for styling and layout</a:t>
          </a:r>
        </a:p>
      </dgm:t>
    </dgm:pt>
    <dgm:pt modelId="{61CA7E05-B0AF-4758-B129-A3096B4ABB88}" type="parTrans" cxnId="{4ADCB9AF-4FC3-4215-9E52-93A99336F99F}">
      <dgm:prSet/>
      <dgm:spPr/>
      <dgm:t>
        <a:bodyPr/>
        <a:lstStyle/>
        <a:p>
          <a:endParaRPr lang="en-US"/>
        </a:p>
      </dgm:t>
    </dgm:pt>
    <dgm:pt modelId="{DFADD7BD-ABBC-41CB-836A-F72C31D75EF1}" type="sibTrans" cxnId="{4ADCB9AF-4FC3-4215-9E52-93A99336F99F}">
      <dgm:prSet/>
      <dgm:spPr/>
      <dgm:t>
        <a:bodyPr/>
        <a:lstStyle/>
        <a:p>
          <a:endParaRPr lang="en-US"/>
        </a:p>
      </dgm:t>
    </dgm:pt>
    <dgm:pt modelId="{B5360D6C-FF41-4536-9964-D7BABA136C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JavaScript used for logic and calculations</a:t>
          </a:r>
        </a:p>
      </dgm:t>
    </dgm:pt>
    <dgm:pt modelId="{01715CDA-E389-4717-BC73-B24BF3DC1E8E}" type="parTrans" cxnId="{97847388-00BD-4AEC-BD27-B9CA75296361}">
      <dgm:prSet/>
      <dgm:spPr/>
      <dgm:t>
        <a:bodyPr/>
        <a:lstStyle/>
        <a:p>
          <a:endParaRPr lang="en-US"/>
        </a:p>
      </dgm:t>
    </dgm:pt>
    <dgm:pt modelId="{9B85A10F-A69D-4F16-B73F-9A11893999B0}" type="sibTrans" cxnId="{97847388-00BD-4AEC-BD27-B9CA75296361}">
      <dgm:prSet/>
      <dgm:spPr/>
      <dgm:t>
        <a:bodyPr/>
        <a:lstStyle/>
        <a:p>
          <a:endParaRPr lang="en-US"/>
        </a:p>
      </dgm:t>
    </dgm:pt>
    <dgm:pt modelId="{5F1212D5-B7F3-4DD4-86D0-BE161F9E3D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processed dynamically in browser</a:t>
          </a:r>
        </a:p>
      </dgm:t>
    </dgm:pt>
    <dgm:pt modelId="{7493DA71-B115-4114-9BB4-82C53FB83FBA}" type="parTrans" cxnId="{DE91C9DF-8580-4960-A38A-8DF75F4AFA0B}">
      <dgm:prSet/>
      <dgm:spPr/>
      <dgm:t>
        <a:bodyPr/>
        <a:lstStyle/>
        <a:p>
          <a:endParaRPr lang="en-US"/>
        </a:p>
      </dgm:t>
    </dgm:pt>
    <dgm:pt modelId="{4EDDD3A5-83CB-4E9C-8083-6CC18648D11B}" type="sibTrans" cxnId="{DE91C9DF-8580-4960-A38A-8DF75F4AFA0B}">
      <dgm:prSet/>
      <dgm:spPr/>
      <dgm:t>
        <a:bodyPr/>
        <a:lstStyle/>
        <a:p>
          <a:endParaRPr lang="en-US"/>
        </a:p>
      </dgm:t>
    </dgm:pt>
    <dgm:pt modelId="{D53C48DC-6249-4360-B2C4-AE2B90F74F0D}" type="pres">
      <dgm:prSet presAssocID="{64039DAB-6C88-45C9-BC8E-0FB9AAC8148B}" presName="root" presStyleCnt="0">
        <dgm:presLayoutVars>
          <dgm:dir/>
          <dgm:resizeHandles val="exact"/>
        </dgm:presLayoutVars>
      </dgm:prSet>
      <dgm:spPr/>
    </dgm:pt>
    <dgm:pt modelId="{32A77923-09A1-4DF6-B33B-64BDC369916C}" type="pres">
      <dgm:prSet presAssocID="{786E722B-AC8F-4712-9ADC-CB4192A4EC80}" presName="compNode" presStyleCnt="0"/>
      <dgm:spPr/>
    </dgm:pt>
    <dgm:pt modelId="{EBBB1E26-B5AD-4190-ABD5-4200EAF132D3}" type="pres">
      <dgm:prSet presAssocID="{786E722B-AC8F-4712-9ADC-CB4192A4EC80}" presName="bgRect" presStyleLbl="bgShp" presStyleIdx="0" presStyleCnt="4"/>
      <dgm:spPr/>
    </dgm:pt>
    <dgm:pt modelId="{BA1DCAED-7B28-423C-B2A7-D5192E92019B}" type="pres">
      <dgm:prSet presAssocID="{786E722B-AC8F-4712-9ADC-CB4192A4EC8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A28843C6-46E7-44EC-803F-6F92767F71CE}" type="pres">
      <dgm:prSet presAssocID="{786E722B-AC8F-4712-9ADC-CB4192A4EC80}" presName="spaceRect" presStyleCnt="0"/>
      <dgm:spPr/>
    </dgm:pt>
    <dgm:pt modelId="{7241CFFC-2AA8-4EE8-BF5C-CDC8458619D0}" type="pres">
      <dgm:prSet presAssocID="{786E722B-AC8F-4712-9ADC-CB4192A4EC80}" presName="parTx" presStyleLbl="revTx" presStyleIdx="0" presStyleCnt="4">
        <dgm:presLayoutVars>
          <dgm:chMax val="0"/>
          <dgm:chPref val="0"/>
        </dgm:presLayoutVars>
      </dgm:prSet>
      <dgm:spPr/>
    </dgm:pt>
    <dgm:pt modelId="{68C4180C-7E21-4E75-BC8E-E6B3E23CB52B}" type="pres">
      <dgm:prSet presAssocID="{823B1F4F-E70E-4328-B959-2BDFB2E2559B}" presName="sibTrans" presStyleCnt="0"/>
      <dgm:spPr/>
    </dgm:pt>
    <dgm:pt modelId="{A3B940F9-C624-4FEB-884D-E59B0A7B3CE9}" type="pres">
      <dgm:prSet presAssocID="{CE085735-8EE5-4F47-A4F2-B245B81CF392}" presName="compNode" presStyleCnt="0"/>
      <dgm:spPr/>
    </dgm:pt>
    <dgm:pt modelId="{E8D23119-B062-4A50-937D-57A9AEDCD41E}" type="pres">
      <dgm:prSet presAssocID="{CE085735-8EE5-4F47-A4F2-B245B81CF392}" presName="bgRect" presStyleLbl="bgShp" presStyleIdx="1" presStyleCnt="4"/>
      <dgm:spPr/>
    </dgm:pt>
    <dgm:pt modelId="{98AB6D67-D175-48A5-8020-E999D3F7B51E}" type="pres">
      <dgm:prSet presAssocID="{CE085735-8EE5-4F47-A4F2-B245B81CF39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int"/>
        </a:ext>
      </dgm:extLst>
    </dgm:pt>
    <dgm:pt modelId="{424AC349-3177-4CA7-A199-3C6E18BE8927}" type="pres">
      <dgm:prSet presAssocID="{CE085735-8EE5-4F47-A4F2-B245B81CF392}" presName="spaceRect" presStyleCnt="0"/>
      <dgm:spPr/>
    </dgm:pt>
    <dgm:pt modelId="{7A49BD9E-6A75-432F-B296-170BA874A89B}" type="pres">
      <dgm:prSet presAssocID="{CE085735-8EE5-4F47-A4F2-B245B81CF392}" presName="parTx" presStyleLbl="revTx" presStyleIdx="1" presStyleCnt="4">
        <dgm:presLayoutVars>
          <dgm:chMax val="0"/>
          <dgm:chPref val="0"/>
        </dgm:presLayoutVars>
      </dgm:prSet>
      <dgm:spPr/>
    </dgm:pt>
    <dgm:pt modelId="{D615EBFF-75A9-4B34-BD88-06AC61B24A25}" type="pres">
      <dgm:prSet presAssocID="{DFADD7BD-ABBC-41CB-836A-F72C31D75EF1}" presName="sibTrans" presStyleCnt="0"/>
      <dgm:spPr/>
    </dgm:pt>
    <dgm:pt modelId="{FC4BD3B6-38AB-4F69-8FBD-48D8C07D4B64}" type="pres">
      <dgm:prSet presAssocID="{B5360D6C-FF41-4536-9964-D7BABA136C6C}" presName="compNode" presStyleCnt="0"/>
      <dgm:spPr/>
    </dgm:pt>
    <dgm:pt modelId="{7E65C33E-C3C1-4FDF-9BDD-2FFCA84CD9D7}" type="pres">
      <dgm:prSet presAssocID="{B5360D6C-FF41-4536-9964-D7BABA136C6C}" presName="bgRect" presStyleLbl="bgShp" presStyleIdx="2" presStyleCnt="4"/>
      <dgm:spPr/>
    </dgm:pt>
    <dgm:pt modelId="{482162A1-D322-4BE4-A767-CA970A231DDA}" type="pres">
      <dgm:prSet presAssocID="{B5360D6C-FF41-4536-9964-D7BABA136C6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BC80BFF-166A-429C-8967-D239310443FF}" type="pres">
      <dgm:prSet presAssocID="{B5360D6C-FF41-4536-9964-D7BABA136C6C}" presName="spaceRect" presStyleCnt="0"/>
      <dgm:spPr/>
    </dgm:pt>
    <dgm:pt modelId="{3F23111D-F637-4A2A-97DD-D6021B21800A}" type="pres">
      <dgm:prSet presAssocID="{B5360D6C-FF41-4536-9964-D7BABA136C6C}" presName="parTx" presStyleLbl="revTx" presStyleIdx="2" presStyleCnt="4">
        <dgm:presLayoutVars>
          <dgm:chMax val="0"/>
          <dgm:chPref val="0"/>
        </dgm:presLayoutVars>
      </dgm:prSet>
      <dgm:spPr/>
    </dgm:pt>
    <dgm:pt modelId="{DD93DA24-9859-4961-8A57-B1480E02602B}" type="pres">
      <dgm:prSet presAssocID="{9B85A10F-A69D-4F16-B73F-9A11893999B0}" presName="sibTrans" presStyleCnt="0"/>
      <dgm:spPr/>
    </dgm:pt>
    <dgm:pt modelId="{6465BED8-B383-45D7-A2FB-668939B0D646}" type="pres">
      <dgm:prSet presAssocID="{5F1212D5-B7F3-4DD4-86D0-BE161F9E3D51}" presName="compNode" presStyleCnt="0"/>
      <dgm:spPr/>
    </dgm:pt>
    <dgm:pt modelId="{9E50EEFA-7D70-4306-89C6-9B84FE1FB23B}" type="pres">
      <dgm:prSet presAssocID="{5F1212D5-B7F3-4DD4-86D0-BE161F9E3D51}" presName="bgRect" presStyleLbl="bgShp" presStyleIdx="3" presStyleCnt="4"/>
      <dgm:spPr/>
    </dgm:pt>
    <dgm:pt modelId="{89831E3B-A239-476F-9A8C-F507EFE8CC44}" type="pres">
      <dgm:prSet presAssocID="{5F1212D5-B7F3-4DD4-86D0-BE161F9E3D5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006831-BA3B-4EE6-8661-5A4DE8627A9D}" type="pres">
      <dgm:prSet presAssocID="{5F1212D5-B7F3-4DD4-86D0-BE161F9E3D51}" presName="spaceRect" presStyleCnt="0"/>
      <dgm:spPr/>
    </dgm:pt>
    <dgm:pt modelId="{D6151773-16F5-434A-9CB0-1ACE910FD058}" type="pres">
      <dgm:prSet presAssocID="{5F1212D5-B7F3-4DD4-86D0-BE161F9E3D5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91B020B-568B-4C9B-B6EE-303D1953BDD5}" type="presOf" srcId="{B5360D6C-FF41-4536-9964-D7BABA136C6C}" destId="{3F23111D-F637-4A2A-97DD-D6021B21800A}" srcOrd="0" destOrd="0" presId="urn:microsoft.com/office/officeart/2018/2/layout/IconVerticalSolidList"/>
    <dgm:cxn modelId="{7E089431-A4A8-4D5E-9381-292994958246}" type="presOf" srcId="{64039DAB-6C88-45C9-BC8E-0FB9AAC8148B}" destId="{D53C48DC-6249-4360-B2C4-AE2B90F74F0D}" srcOrd="0" destOrd="0" presId="urn:microsoft.com/office/officeart/2018/2/layout/IconVerticalSolidList"/>
    <dgm:cxn modelId="{97847388-00BD-4AEC-BD27-B9CA75296361}" srcId="{64039DAB-6C88-45C9-BC8E-0FB9AAC8148B}" destId="{B5360D6C-FF41-4536-9964-D7BABA136C6C}" srcOrd="2" destOrd="0" parTransId="{01715CDA-E389-4717-BC73-B24BF3DC1E8E}" sibTransId="{9B85A10F-A69D-4F16-B73F-9A11893999B0}"/>
    <dgm:cxn modelId="{BB7AFEA9-2D7B-4D5A-BEBF-427349C45BBA}" type="presOf" srcId="{5F1212D5-B7F3-4DD4-86D0-BE161F9E3D51}" destId="{D6151773-16F5-434A-9CB0-1ACE910FD058}" srcOrd="0" destOrd="0" presId="urn:microsoft.com/office/officeart/2018/2/layout/IconVerticalSolidList"/>
    <dgm:cxn modelId="{4ADCB9AF-4FC3-4215-9E52-93A99336F99F}" srcId="{64039DAB-6C88-45C9-BC8E-0FB9AAC8148B}" destId="{CE085735-8EE5-4F47-A4F2-B245B81CF392}" srcOrd="1" destOrd="0" parTransId="{61CA7E05-B0AF-4758-B129-A3096B4ABB88}" sibTransId="{DFADD7BD-ABBC-41CB-836A-F72C31D75EF1}"/>
    <dgm:cxn modelId="{592914BC-771D-418B-AD15-2029015F78B1}" type="presOf" srcId="{786E722B-AC8F-4712-9ADC-CB4192A4EC80}" destId="{7241CFFC-2AA8-4EE8-BF5C-CDC8458619D0}" srcOrd="0" destOrd="0" presId="urn:microsoft.com/office/officeart/2018/2/layout/IconVerticalSolidList"/>
    <dgm:cxn modelId="{627BF0C5-F401-48B2-8C68-0D049DB7AE9F}" type="presOf" srcId="{CE085735-8EE5-4F47-A4F2-B245B81CF392}" destId="{7A49BD9E-6A75-432F-B296-170BA874A89B}" srcOrd="0" destOrd="0" presId="urn:microsoft.com/office/officeart/2018/2/layout/IconVerticalSolidList"/>
    <dgm:cxn modelId="{DE91C9DF-8580-4960-A38A-8DF75F4AFA0B}" srcId="{64039DAB-6C88-45C9-BC8E-0FB9AAC8148B}" destId="{5F1212D5-B7F3-4DD4-86D0-BE161F9E3D51}" srcOrd="3" destOrd="0" parTransId="{7493DA71-B115-4114-9BB4-82C53FB83FBA}" sibTransId="{4EDDD3A5-83CB-4E9C-8083-6CC18648D11B}"/>
    <dgm:cxn modelId="{264E03E5-F0A3-48AF-90E3-3F77B138C7F1}" srcId="{64039DAB-6C88-45C9-BC8E-0FB9AAC8148B}" destId="{786E722B-AC8F-4712-9ADC-CB4192A4EC80}" srcOrd="0" destOrd="0" parTransId="{4EA2801A-26F7-4FC1-BF57-871A77819E31}" sibTransId="{823B1F4F-E70E-4328-B959-2BDFB2E2559B}"/>
    <dgm:cxn modelId="{2419DFE9-3000-49F3-89FC-6FDAB704E303}" type="presParOf" srcId="{D53C48DC-6249-4360-B2C4-AE2B90F74F0D}" destId="{32A77923-09A1-4DF6-B33B-64BDC369916C}" srcOrd="0" destOrd="0" presId="urn:microsoft.com/office/officeart/2018/2/layout/IconVerticalSolidList"/>
    <dgm:cxn modelId="{9925D940-DA90-49EB-A74B-D566954F5772}" type="presParOf" srcId="{32A77923-09A1-4DF6-B33B-64BDC369916C}" destId="{EBBB1E26-B5AD-4190-ABD5-4200EAF132D3}" srcOrd="0" destOrd="0" presId="urn:microsoft.com/office/officeart/2018/2/layout/IconVerticalSolidList"/>
    <dgm:cxn modelId="{AAEFF385-6866-4537-B5E3-CF641BB7F911}" type="presParOf" srcId="{32A77923-09A1-4DF6-B33B-64BDC369916C}" destId="{BA1DCAED-7B28-423C-B2A7-D5192E92019B}" srcOrd="1" destOrd="0" presId="urn:microsoft.com/office/officeart/2018/2/layout/IconVerticalSolidList"/>
    <dgm:cxn modelId="{B200E6F3-23DD-4350-8866-4EB7C5673EF1}" type="presParOf" srcId="{32A77923-09A1-4DF6-B33B-64BDC369916C}" destId="{A28843C6-46E7-44EC-803F-6F92767F71CE}" srcOrd="2" destOrd="0" presId="urn:microsoft.com/office/officeart/2018/2/layout/IconVerticalSolidList"/>
    <dgm:cxn modelId="{33D9722E-EE70-48A4-B140-F1F4CB6F2EBF}" type="presParOf" srcId="{32A77923-09A1-4DF6-B33B-64BDC369916C}" destId="{7241CFFC-2AA8-4EE8-BF5C-CDC8458619D0}" srcOrd="3" destOrd="0" presId="urn:microsoft.com/office/officeart/2018/2/layout/IconVerticalSolidList"/>
    <dgm:cxn modelId="{89F0B325-85B2-45D2-A8D0-19B26F134541}" type="presParOf" srcId="{D53C48DC-6249-4360-B2C4-AE2B90F74F0D}" destId="{68C4180C-7E21-4E75-BC8E-E6B3E23CB52B}" srcOrd="1" destOrd="0" presId="urn:microsoft.com/office/officeart/2018/2/layout/IconVerticalSolidList"/>
    <dgm:cxn modelId="{42580B39-5E79-45D4-8FE3-1E05F1448C64}" type="presParOf" srcId="{D53C48DC-6249-4360-B2C4-AE2B90F74F0D}" destId="{A3B940F9-C624-4FEB-884D-E59B0A7B3CE9}" srcOrd="2" destOrd="0" presId="urn:microsoft.com/office/officeart/2018/2/layout/IconVerticalSolidList"/>
    <dgm:cxn modelId="{5F25FDA8-1742-40AD-BECB-752E0C19E337}" type="presParOf" srcId="{A3B940F9-C624-4FEB-884D-E59B0A7B3CE9}" destId="{E8D23119-B062-4A50-937D-57A9AEDCD41E}" srcOrd="0" destOrd="0" presId="urn:microsoft.com/office/officeart/2018/2/layout/IconVerticalSolidList"/>
    <dgm:cxn modelId="{15B2E84D-35EF-48FE-B47B-3F84743D6F34}" type="presParOf" srcId="{A3B940F9-C624-4FEB-884D-E59B0A7B3CE9}" destId="{98AB6D67-D175-48A5-8020-E999D3F7B51E}" srcOrd="1" destOrd="0" presId="urn:microsoft.com/office/officeart/2018/2/layout/IconVerticalSolidList"/>
    <dgm:cxn modelId="{07616159-1EC8-4C0D-B8F4-A9C2FF674327}" type="presParOf" srcId="{A3B940F9-C624-4FEB-884D-E59B0A7B3CE9}" destId="{424AC349-3177-4CA7-A199-3C6E18BE8927}" srcOrd="2" destOrd="0" presId="urn:microsoft.com/office/officeart/2018/2/layout/IconVerticalSolidList"/>
    <dgm:cxn modelId="{EA04E828-C31C-4AA5-BB1C-FF6B547E4DD4}" type="presParOf" srcId="{A3B940F9-C624-4FEB-884D-E59B0A7B3CE9}" destId="{7A49BD9E-6A75-432F-B296-170BA874A89B}" srcOrd="3" destOrd="0" presId="urn:microsoft.com/office/officeart/2018/2/layout/IconVerticalSolidList"/>
    <dgm:cxn modelId="{74D2BBF3-D2F3-4741-9AFE-4CF95DC80F73}" type="presParOf" srcId="{D53C48DC-6249-4360-B2C4-AE2B90F74F0D}" destId="{D615EBFF-75A9-4B34-BD88-06AC61B24A25}" srcOrd="3" destOrd="0" presId="urn:microsoft.com/office/officeart/2018/2/layout/IconVerticalSolidList"/>
    <dgm:cxn modelId="{CFFC0B29-57D5-432B-B67F-0F47899BE01A}" type="presParOf" srcId="{D53C48DC-6249-4360-B2C4-AE2B90F74F0D}" destId="{FC4BD3B6-38AB-4F69-8FBD-48D8C07D4B64}" srcOrd="4" destOrd="0" presId="urn:microsoft.com/office/officeart/2018/2/layout/IconVerticalSolidList"/>
    <dgm:cxn modelId="{6E865A11-9070-431C-915E-04028D7BF3D6}" type="presParOf" srcId="{FC4BD3B6-38AB-4F69-8FBD-48D8C07D4B64}" destId="{7E65C33E-C3C1-4FDF-9BDD-2FFCA84CD9D7}" srcOrd="0" destOrd="0" presId="urn:microsoft.com/office/officeart/2018/2/layout/IconVerticalSolidList"/>
    <dgm:cxn modelId="{6CC1D5E2-4241-4355-B0E5-38BA7195112E}" type="presParOf" srcId="{FC4BD3B6-38AB-4F69-8FBD-48D8C07D4B64}" destId="{482162A1-D322-4BE4-A767-CA970A231DDA}" srcOrd="1" destOrd="0" presId="urn:microsoft.com/office/officeart/2018/2/layout/IconVerticalSolidList"/>
    <dgm:cxn modelId="{0ED70560-955E-4348-BD5D-ED41C73DB1AE}" type="presParOf" srcId="{FC4BD3B6-38AB-4F69-8FBD-48D8C07D4B64}" destId="{1BC80BFF-166A-429C-8967-D239310443FF}" srcOrd="2" destOrd="0" presId="urn:microsoft.com/office/officeart/2018/2/layout/IconVerticalSolidList"/>
    <dgm:cxn modelId="{5FA0F100-EA4F-4D68-AFC6-BCD882E6862E}" type="presParOf" srcId="{FC4BD3B6-38AB-4F69-8FBD-48D8C07D4B64}" destId="{3F23111D-F637-4A2A-97DD-D6021B21800A}" srcOrd="3" destOrd="0" presId="urn:microsoft.com/office/officeart/2018/2/layout/IconVerticalSolidList"/>
    <dgm:cxn modelId="{9E605374-D75A-45B8-A252-4ACC2FE8A510}" type="presParOf" srcId="{D53C48DC-6249-4360-B2C4-AE2B90F74F0D}" destId="{DD93DA24-9859-4961-8A57-B1480E02602B}" srcOrd="5" destOrd="0" presId="urn:microsoft.com/office/officeart/2018/2/layout/IconVerticalSolidList"/>
    <dgm:cxn modelId="{163B1ACE-0047-497F-8FED-2FBBA2028BCC}" type="presParOf" srcId="{D53C48DC-6249-4360-B2C4-AE2B90F74F0D}" destId="{6465BED8-B383-45D7-A2FB-668939B0D646}" srcOrd="6" destOrd="0" presId="urn:microsoft.com/office/officeart/2018/2/layout/IconVerticalSolidList"/>
    <dgm:cxn modelId="{8E5B7407-8E10-4B32-9DCA-F3DFDE64E7AA}" type="presParOf" srcId="{6465BED8-B383-45D7-A2FB-668939B0D646}" destId="{9E50EEFA-7D70-4306-89C6-9B84FE1FB23B}" srcOrd="0" destOrd="0" presId="urn:microsoft.com/office/officeart/2018/2/layout/IconVerticalSolidList"/>
    <dgm:cxn modelId="{5F27E3A8-E6BF-4F89-9458-5AE173D68AD6}" type="presParOf" srcId="{6465BED8-B383-45D7-A2FB-668939B0D646}" destId="{89831E3B-A239-476F-9A8C-F507EFE8CC44}" srcOrd="1" destOrd="0" presId="urn:microsoft.com/office/officeart/2018/2/layout/IconVerticalSolidList"/>
    <dgm:cxn modelId="{FE0B0771-B778-4DE2-9453-F4CEF386118F}" type="presParOf" srcId="{6465BED8-B383-45D7-A2FB-668939B0D646}" destId="{02006831-BA3B-4EE6-8661-5A4DE8627A9D}" srcOrd="2" destOrd="0" presId="urn:microsoft.com/office/officeart/2018/2/layout/IconVerticalSolidList"/>
    <dgm:cxn modelId="{65A8A126-1081-40E2-B6DF-E65604CE1296}" type="presParOf" srcId="{6465BED8-B383-45D7-A2FB-668939B0D646}" destId="{D6151773-16F5-434A-9CB0-1ACE910FD0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CC1412-CF90-4C33-BD7D-D87987073A8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508517-439E-41D0-B788-A65CA1F43E5B}">
      <dgm:prSet/>
      <dgm:spPr/>
      <dgm:t>
        <a:bodyPr/>
        <a:lstStyle/>
        <a:p>
          <a:r>
            <a:rPr lang="en-US"/>
            <a:t>Add, edit, and delete expenses</a:t>
          </a:r>
        </a:p>
      </dgm:t>
    </dgm:pt>
    <dgm:pt modelId="{AA07F7B2-29F5-4A12-A2FD-5E885156E32C}" type="parTrans" cxnId="{54E26449-6590-42B3-A23C-919C27117A11}">
      <dgm:prSet/>
      <dgm:spPr/>
      <dgm:t>
        <a:bodyPr/>
        <a:lstStyle/>
        <a:p>
          <a:endParaRPr lang="en-US"/>
        </a:p>
      </dgm:t>
    </dgm:pt>
    <dgm:pt modelId="{084F814B-2691-430B-B1A3-5CBFC92B30D3}" type="sibTrans" cxnId="{54E26449-6590-42B3-A23C-919C27117A11}">
      <dgm:prSet/>
      <dgm:spPr/>
      <dgm:t>
        <a:bodyPr/>
        <a:lstStyle/>
        <a:p>
          <a:endParaRPr lang="en-US"/>
        </a:p>
      </dgm:t>
    </dgm:pt>
    <dgm:pt modelId="{2D6FE4F5-65A7-4B29-BCE9-0A46387DB708}">
      <dgm:prSet/>
      <dgm:spPr/>
      <dgm:t>
        <a:bodyPr/>
        <a:lstStyle/>
        <a:p>
          <a:r>
            <a:rPr lang="en-US"/>
            <a:t>Automatic calculation of total expenses</a:t>
          </a:r>
        </a:p>
      </dgm:t>
    </dgm:pt>
    <dgm:pt modelId="{0AC89C94-3633-4832-9122-DE2282931CE0}" type="parTrans" cxnId="{3B3860C4-43F9-4A2F-8EBA-8BB67A968CAE}">
      <dgm:prSet/>
      <dgm:spPr/>
      <dgm:t>
        <a:bodyPr/>
        <a:lstStyle/>
        <a:p>
          <a:endParaRPr lang="en-US"/>
        </a:p>
      </dgm:t>
    </dgm:pt>
    <dgm:pt modelId="{BA72AB9E-D347-431C-AE7E-0731712612CD}" type="sibTrans" cxnId="{3B3860C4-43F9-4A2F-8EBA-8BB67A968CAE}">
      <dgm:prSet/>
      <dgm:spPr/>
      <dgm:t>
        <a:bodyPr/>
        <a:lstStyle/>
        <a:p>
          <a:endParaRPr lang="en-US"/>
        </a:p>
      </dgm:t>
    </dgm:pt>
    <dgm:pt modelId="{80D48E6F-EF85-49CE-9C03-54A96369DF13}">
      <dgm:prSet/>
      <dgm:spPr/>
      <dgm:t>
        <a:bodyPr/>
        <a:lstStyle/>
        <a:p>
          <a:r>
            <a:rPr lang="en-US"/>
            <a:t>Category-wise expense display</a:t>
          </a:r>
        </a:p>
      </dgm:t>
    </dgm:pt>
    <dgm:pt modelId="{73690E7F-8332-424C-BBFE-26B583F17B09}" type="parTrans" cxnId="{82EBCBF2-AC28-4707-9B0C-89BE1E08E556}">
      <dgm:prSet/>
      <dgm:spPr/>
      <dgm:t>
        <a:bodyPr/>
        <a:lstStyle/>
        <a:p>
          <a:endParaRPr lang="en-US"/>
        </a:p>
      </dgm:t>
    </dgm:pt>
    <dgm:pt modelId="{E9AD36C7-9FCD-405C-A091-C2E72AE2D852}" type="sibTrans" cxnId="{82EBCBF2-AC28-4707-9B0C-89BE1E08E556}">
      <dgm:prSet/>
      <dgm:spPr/>
      <dgm:t>
        <a:bodyPr/>
        <a:lstStyle/>
        <a:p>
          <a:endParaRPr lang="en-US"/>
        </a:p>
      </dgm:t>
    </dgm:pt>
    <dgm:pt modelId="{CB433BAD-7702-44BB-9ED2-3D4041A786CD}">
      <dgm:prSet/>
      <dgm:spPr/>
      <dgm:t>
        <a:bodyPr/>
        <a:lstStyle/>
        <a:p>
          <a:r>
            <a:rPr lang="en-US"/>
            <a:t>Identification of high spending areas</a:t>
          </a:r>
        </a:p>
      </dgm:t>
    </dgm:pt>
    <dgm:pt modelId="{11E5A833-D927-4B32-95C9-2D898F20D86C}" type="parTrans" cxnId="{F1486209-C20F-4340-876C-EFB6FFA09B9A}">
      <dgm:prSet/>
      <dgm:spPr/>
      <dgm:t>
        <a:bodyPr/>
        <a:lstStyle/>
        <a:p>
          <a:endParaRPr lang="en-US"/>
        </a:p>
      </dgm:t>
    </dgm:pt>
    <dgm:pt modelId="{01BBE81D-A03B-4210-9A19-647C52E33697}" type="sibTrans" cxnId="{F1486209-C20F-4340-876C-EFB6FFA09B9A}">
      <dgm:prSet/>
      <dgm:spPr/>
      <dgm:t>
        <a:bodyPr/>
        <a:lstStyle/>
        <a:p>
          <a:endParaRPr lang="en-US"/>
        </a:p>
      </dgm:t>
    </dgm:pt>
    <dgm:pt modelId="{7FD579D7-CE7C-427D-83EF-6D7A7B5AFD62}" type="pres">
      <dgm:prSet presAssocID="{C3CC1412-CF90-4C33-BD7D-D87987073A87}" presName="outerComposite" presStyleCnt="0">
        <dgm:presLayoutVars>
          <dgm:chMax val="5"/>
          <dgm:dir/>
          <dgm:resizeHandles val="exact"/>
        </dgm:presLayoutVars>
      </dgm:prSet>
      <dgm:spPr/>
    </dgm:pt>
    <dgm:pt modelId="{8CCB4AD8-AC05-4B39-BEDF-5F738E33BEEF}" type="pres">
      <dgm:prSet presAssocID="{C3CC1412-CF90-4C33-BD7D-D87987073A87}" presName="dummyMaxCanvas" presStyleCnt="0">
        <dgm:presLayoutVars/>
      </dgm:prSet>
      <dgm:spPr/>
    </dgm:pt>
    <dgm:pt modelId="{979B332F-835C-4837-B635-5220837E59D7}" type="pres">
      <dgm:prSet presAssocID="{C3CC1412-CF90-4C33-BD7D-D87987073A87}" presName="FourNodes_1" presStyleLbl="node1" presStyleIdx="0" presStyleCnt="4">
        <dgm:presLayoutVars>
          <dgm:bulletEnabled val="1"/>
        </dgm:presLayoutVars>
      </dgm:prSet>
      <dgm:spPr/>
    </dgm:pt>
    <dgm:pt modelId="{F20BA652-678B-4235-BFAB-E551FE57F20B}" type="pres">
      <dgm:prSet presAssocID="{C3CC1412-CF90-4C33-BD7D-D87987073A87}" presName="FourNodes_2" presStyleLbl="node1" presStyleIdx="1" presStyleCnt="4">
        <dgm:presLayoutVars>
          <dgm:bulletEnabled val="1"/>
        </dgm:presLayoutVars>
      </dgm:prSet>
      <dgm:spPr/>
    </dgm:pt>
    <dgm:pt modelId="{472A9BD1-DA94-4296-8CFB-6C4AF916A464}" type="pres">
      <dgm:prSet presAssocID="{C3CC1412-CF90-4C33-BD7D-D87987073A87}" presName="FourNodes_3" presStyleLbl="node1" presStyleIdx="2" presStyleCnt="4">
        <dgm:presLayoutVars>
          <dgm:bulletEnabled val="1"/>
        </dgm:presLayoutVars>
      </dgm:prSet>
      <dgm:spPr/>
    </dgm:pt>
    <dgm:pt modelId="{D16BB86C-6455-4A58-9388-072C7C8DB5F7}" type="pres">
      <dgm:prSet presAssocID="{C3CC1412-CF90-4C33-BD7D-D87987073A87}" presName="FourNodes_4" presStyleLbl="node1" presStyleIdx="3" presStyleCnt="4">
        <dgm:presLayoutVars>
          <dgm:bulletEnabled val="1"/>
        </dgm:presLayoutVars>
      </dgm:prSet>
      <dgm:spPr/>
    </dgm:pt>
    <dgm:pt modelId="{A86CD8AF-F320-4060-BE06-A4E4DD73B16F}" type="pres">
      <dgm:prSet presAssocID="{C3CC1412-CF90-4C33-BD7D-D87987073A87}" presName="FourConn_1-2" presStyleLbl="fgAccFollowNode1" presStyleIdx="0" presStyleCnt="3">
        <dgm:presLayoutVars>
          <dgm:bulletEnabled val="1"/>
        </dgm:presLayoutVars>
      </dgm:prSet>
      <dgm:spPr/>
    </dgm:pt>
    <dgm:pt modelId="{686A3412-7299-48F3-B2A1-1E8DCD257194}" type="pres">
      <dgm:prSet presAssocID="{C3CC1412-CF90-4C33-BD7D-D87987073A87}" presName="FourConn_2-3" presStyleLbl="fgAccFollowNode1" presStyleIdx="1" presStyleCnt="3">
        <dgm:presLayoutVars>
          <dgm:bulletEnabled val="1"/>
        </dgm:presLayoutVars>
      </dgm:prSet>
      <dgm:spPr/>
    </dgm:pt>
    <dgm:pt modelId="{89D3573F-826B-421F-A40F-5CD4D652DF56}" type="pres">
      <dgm:prSet presAssocID="{C3CC1412-CF90-4C33-BD7D-D87987073A87}" presName="FourConn_3-4" presStyleLbl="fgAccFollowNode1" presStyleIdx="2" presStyleCnt="3">
        <dgm:presLayoutVars>
          <dgm:bulletEnabled val="1"/>
        </dgm:presLayoutVars>
      </dgm:prSet>
      <dgm:spPr/>
    </dgm:pt>
    <dgm:pt modelId="{627A36DD-C90A-49C1-8085-2D1BCFE987AD}" type="pres">
      <dgm:prSet presAssocID="{C3CC1412-CF90-4C33-BD7D-D87987073A87}" presName="FourNodes_1_text" presStyleLbl="node1" presStyleIdx="3" presStyleCnt="4">
        <dgm:presLayoutVars>
          <dgm:bulletEnabled val="1"/>
        </dgm:presLayoutVars>
      </dgm:prSet>
      <dgm:spPr/>
    </dgm:pt>
    <dgm:pt modelId="{C282E711-1C8F-4BFF-85B9-BA4D575BD63D}" type="pres">
      <dgm:prSet presAssocID="{C3CC1412-CF90-4C33-BD7D-D87987073A87}" presName="FourNodes_2_text" presStyleLbl="node1" presStyleIdx="3" presStyleCnt="4">
        <dgm:presLayoutVars>
          <dgm:bulletEnabled val="1"/>
        </dgm:presLayoutVars>
      </dgm:prSet>
      <dgm:spPr/>
    </dgm:pt>
    <dgm:pt modelId="{2A4F53FA-7C0E-47BF-94C8-4C73DC203B5B}" type="pres">
      <dgm:prSet presAssocID="{C3CC1412-CF90-4C33-BD7D-D87987073A87}" presName="FourNodes_3_text" presStyleLbl="node1" presStyleIdx="3" presStyleCnt="4">
        <dgm:presLayoutVars>
          <dgm:bulletEnabled val="1"/>
        </dgm:presLayoutVars>
      </dgm:prSet>
      <dgm:spPr/>
    </dgm:pt>
    <dgm:pt modelId="{C3A4EBFB-E9A9-46E0-8F3C-F905C1974BF5}" type="pres">
      <dgm:prSet presAssocID="{C3CC1412-CF90-4C33-BD7D-D87987073A8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E8AF501-E75A-406F-97DE-E23D35920CFD}" type="presOf" srcId="{8D508517-439E-41D0-B788-A65CA1F43E5B}" destId="{627A36DD-C90A-49C1-8085-2D1BCFE987AD}" srcOrd="1" destOrd="0" presId="urn:microsoft.com/office/officeart/2005/8/layout/vProcess5"/>
    <dgm:cxn modelId="{302E2003-DF3F-4DAD-AE9A-9AB2F6F902A8}" type="presOf" srcId="{CB433BAD-7702-44BB-9ED2-3D4041A786CD}" destId="{D16BB86C-6455-4A58-9388-072C7C8DB5F7}" srcOrd="0" destOrd="0" presId="urn:microsoft.com/office/officeart/2005/8/layout/vProcess5"/>
    <dgm:cxn modelId="{F1486209-C20F-4340-876C-EFB6FFA09B9A}" srcId="{C3CC1412-CF90-4C33-BD7D-D87987073A87}" destId="{CB433BAD-7702-44BB-9ED2-3D4041A786CD}" srcOrd="3" destOrd="0" parTransId="{11E5A833-D927-4B32-95C9-2D898F20D86C}" sibTransId="{01BBE81D-A03B-4210-9A19-647C52E33697}"/>
    <dgm:cxn modelId="{FAAD9E1B-6FCA-4590-8EF4-DB0BD465B192}" type="presOf" srcId="{2D6FE4F5-65A7-4B29-BCE9-0A46387DB708}" destId="{C282E711-1C8F-4BFF-85B9-BA4D575BD63D}" srcOrd="1" destOrd="0" presId="urn:microsoft.com/office/officeart/2005/8/layout/vProcess5"/>
    <dgm:cxn modelId="{54E26449-6590-42B3-A23C-919C27117A11}" srcId="{C3CC1412-CF90-4C33-BD7D-D87987073A87}" destId="{8D508517-439E-41D0-B788-A65CA1F43E5B}" srcOrd="0" destOrd="0" parTransId="{AA07F7B2-29F5-4A12-A2FD-5E885156E32C}" sibTransId="{084F814B-2691-430B-B1A3-5CBFC92B30D3}"/>
    <dgm:cxn modelId="{E6DE8C77-799A-4C8D-BEFA-6F9306CEAB05}" type="presOf" srcId="{E9AD36C7-9FCD-405C-A091-C2E72AE2D852}" destId="{89D3573F-826B-421F-A40F-5CD4D652DF56}" srcOrd="0" destOrd="0" presId="urn:microsoft.com/office/officeart/2005/8/layout/vProcess5"/>
    <dgm:cxn modelId="{C93FCF78-CA8E-4A30-A266-C9421A6CBCE8}" type="presOf" srcId="{2D6FE4F5-65A7-4B29-BCE9-0A46387DB708}" destId="{F20BA652-678B-4235-BFAB-E551FE57F20B}" srcOrd="0" destOrd="0" presId="urn:microsoft.com/office/officeart/2005/8/layout/vProcess5"/>
    <dgm:cxn modelId="{E6554A59-2DBF-424C-A703-0886BCBFCABC}" type="presOf" srcId="{CB433BAD-7702-44BB-9ED2-3D4041A786CD}" destId="{C3A4EBFB-E9A9-46E0-8F3C-F905C1974BF5}" srcOrd="1" destOrd="0" presId="urn:microsoft.com/office/officeart/2005/8/layout/vProcess5"/>
    <dgm:cxn modelId="{524DCE79-02B1-4B19-82FD-E79285353067}" type="presOf" srcId="{BA72AB9E-D347-431C-AE7E-0731712612CD}" destId="{686A3412-7299-48F3-B2A1-1E8DCD257194}" srcOrd="0" destOrd="0" presId="urn:microsoft.com/office/officeart/2005/8/layout/vProcess5"/>
    <dgm:cxn modelId="{7FDDD759-9241-403D-9AE5-2673077041D1}" type="presOf" srcId="{80D48E6F-EF85-49CE-9C03-54A96369DF13}" destId="{472A9BD1-DA94-4296-8CFB-6C4AF916A464}" srcOrd="0" destOrd="0" presId="urn:microsoft.com/office/officeart/2005/8/layout/vProcess5"/>
    <dgm:cxn modelId="{8D47A87D-D57C-47AA-B0DE-5E904A800788}" type="presOf" srcId="{084F814B-2691-430B-B1A3-5CBFC92B30D3}" destId="{A86CD8AF-F320-4060-BE06-A4E4DD73B16F}" srcOrd="0" destOrd="0" presId="urn:microsoft.com/office/officeart/2005/8/layout/vProcess5"/>
    <dgm:cxn modelId="{90BFD993-C405-4C6A-A54F-66D7CD6062C6}" type="presOf" srcId="{80D48E6F-EF85-49CE-9C03-54A96369DF13}" destId="{2A4F53FA-7C0E-47BF-94C8-4C73DC203B5B}" srcOrd="1" destOrd="0" presId="urn:microsoft.com/office/officeart/2005/8/layout/vProcess5"/>
    <dgm:cxn modelId="{F4BEE9B1-CC11-448E-A87B-56564F18DE5D}" type="presOf" srcId="{8D508517-439E-41D0-B788-A65CA1F43E5B}" destId="{979B332F-835C-4837-B635-5220837E59D7}" srcOrd="0" destOrd="0" presId="urn:microsoft.com/office/officeart/2005/8/layout/vProcess5"/>
    <dgm:cxn modelId="{B4654EC2-62E4-47C8-A1D7-05F9B92575F9}" type="presOf" srcId="{C3CC1412-CF90-4C33-BD7D-D87987073A87}" destId="{7FD579D7-CE7C-427D-83EF-6D7A7B5AFD62}" srcOrd="0" destOrd="0" presId="urn:microsoft.com/office/officeart/2005/8/layout/vProcess5"/>
    <dgm:cxn modelId="{3B3860C4-43F9-4A2F-8EBA-8BB67A968CAE}" srcId="{C3CC1412-CF90-4C33-BD7D-D87987073A87}" destId="{2D6FE4F5-65A7-4B29-BCE9-0A46387DB708}" srcOrd="1" destOrd="0" parTransId="{0AC89C94-3633-4832-9122-DE2282931CE0}" sibTransId="{BA72AB9E-D347-431C-AE7E-0731712612CD}"/>
    <dgm:cxn modelId="{82EBCBF2-AC28-4707-9B0C-89BE1E08E556}" srcId="{C3CC1412-CF90-4C33-BD7D-D87987073A87}" destId="{80D48E6F-EF85-49CE-9C03-54A96369DF13}" srcOrd="2" destOrd="0" parTransId="{73690E7F-8332-424C-BBFE-26B583F17B09}" sibTransId="{E9AD36C7-9FCD-405C-A091-C2E72AE2D852}"/>
    <dgm:cxn modelId="{A2AB399E-BC69-4419-87C4-1570F454D309}" type="presParOf" srcId="{7FD579D7-CE7C-427D-83EF-6D7A7B5AFD62}" destId="{8CCB4AD8-AC05-4B39-BEDF-5F738E33BEEF}" srcOrd="0" destOrd="0" presId="urn:microsoft.com/office/officeart/2005/8/layout/vProcess5"/>
    <dgm:cxn modelId="{1EE36A21-0959-4F46-970C-F620CF60E6C5}" type="presParOf" srcId="{7FD579D7-CE7C-427D-83EF-6D7A7B5AFD62}" destId="{979B332F-835C-4837-B635-5220837E59D7}" srcOrd="1" destOrd="0" presId="urn:microsoft.com/office/officeart/2005/8/layout/vProcess5"/>
    <dgm:cxn modelId="{F5F170B8-5B09-488A-AF73-A9928BB13E1E}" type="presParOf" srcId="{7FD579D7-CE7C-427D-83EF-6D7A7B5AFD62}" destId="{F20BA652-678B-4235-BFAB-E551FE57F20B}" srcOrd="2" destOrd="0" presId="urn:microsoft.com/office/officeart/2005/8/layout/vProcess5"/>
    <dgm:cxn modelId="{C97F19BB-068E-4DEF-88F4-F2BB750CECDB}" type="presParOf" srcId="{7FD579D7-CE7C-427D-83EF-6D7A7B5AFD62}" destId="{472A9BD1-DA94-4296-8CFB-6C4AF916A464}" srcOrd="3" destOrd="0" presId="urn:microsoft.com/office/officeart/2005/8/layout/vProcess5"/>
    <dgm:cxn modelId="{54050F81-CAC8-47B8-8F6C-10476BFF6F30}" type="presParOf" srcId="{7FD579D7-CE7C-427D-83EF-6D7A7B5AFD62}" destId="{D16BB86C-6455-4A58-9388-072C7C8DB5F7}" srcOrd="4" destOrd="0" presId="urn:microsoft.com/office/officeart/2005/8/layout/vProcess5"/>
    <dgm:cxn modelId="{B2E19A85-EEAB-4E48-8D23-C750EC69E4F5}" type="presParOf" srcId="{7FD579D7-CE7C-427D-83EF-6D7A7B5AFD62}" destId="{A86CD8AF-F320-4060-BE06-A4E4DD73B16F}" srcOrd="5" destOrd="0" presId="urn:microsoft.com/office/officeart/2005/8/layout/vProcess5"/>
    <dgm:cxn modelId="{86D4727C-74ED-4AF3-9931-E50B80A5CC0A}" type="presParOf" srcId="{7FD579D7-CE7C-427D-83EF-6D7A7B5AFD62}" destId="{686A3412-7299-48F3-B2A1-1E8DCD257194}" srcOrd="6" destOrd="0" presId="urn:microsoft.com/office/officeart/2005/8/layout/vProcess5"/>
    <dgm:cxn modelId="{976F9732-0A38-447A-94B0-160DBA652F01}" type="presParOf" srcId="{7FD579D7-CE7C-427D-83EF-6D7A7B5AFD62}" destId="{89D3573F-826B-421F-A40F-5CD4D652DF56}" srcOrd="7" destOrd="0" presId="urn:microsoft.com/office/officeart/2005/8/layout/vProcess5"/>
    <dgm:cxn modelId="{26825F48-7DE4-4211-AC39-A5F1460B9A52}" type="presParOf" srcId="{7FD579D7-CE7C-427D-83EF-6D7A7B5AFD62}" destId="{627A36DD-C90A-49C1-8085-2D1BCFE987AD}" srcOrd="8" destOrd="0" presId="urn:microsoft.com/office/officeart/2005/8/layout/vProcess5"/>
    <dgm:cxn modelId="{6588E313-2AB5-4761-9473-CC151CE36DF4}" type="presParOf" srcId="{7FD579D7-CE7C-427D-83EF-6D7A7B5AFD62}" destId="{C282E711-1C8F-4BFF-85B9-BA4D575BD63D}" srcOrd="9" destOrd="0" presId="urn:microsoft.com/office/officeart/2005/8/layout/vProcess5"/>
    <dgm:cxn modelId="{A04BDBE3-C00B-4001-A5B2-9DDFED025E5A}" type="presParOf" srcId="{7FD579D7-CE7C-427D-83EF-6D7A7B5AFD62}" destId="{2A4F53FA-7C0E-47BF-94C8-4C73DC203B5B}" srcOrd="10" destOrd="0" presId="urn:microsoft.com/office/officeart/2005/8/layout/vProcess5"/>
    <dgm:cxn modelId="{AC075B3B-3128-4ABB-8D91-874B26C739EF}" type="presParOf" srcId="{7FD579D7-CE7C-427D-83EF-6D7A7B5AFD62}" destId="{C3A4EBFB-E9A9-46E0-8F3C-F905C1974BF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7F3C69-FEBB-473E-9446-027F206747E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7E682EB-3659-4332-95C2-A7728BFFCF98}">
      <dgm:prSet/>
      <dgm:spPr/>
      <dgm:t>
        <a:bodyPr/>
        <a:lstStyle/>
        <a:p>
          <a:r>
            <a:rPr lang="en-US"/>
            <a:t>Smart Expense Tracker helps manage finances effectively</a:t>
          </a:r>
        </a:p>
      </dgm:t>
    </dgm:pt>
    <dgm:pt modelId="{8BD56CE6-EA4C-40CF-8512-16C09E5F6432}" type="parTrans" cxnId="{A3FA343A-DE67-4D53-A345-EBC05B06D85A}">
      <dgm:prSet/>
      <dgm:spPr/>
      <dgm:t>
        <a:bodyPr/>
        <a:lstStyle/>
        <a:p>
          <a:endParaRPr lang="en-US"/>
        </a:p>
      </dgm:t>
    </dgm:pt>
    <dgm:pt modelId="{75734469-4097-4809-B46F-D19591915B20}" type="sibTrans" cxnId="{A3FA343A-DE67-4D53-A345-EBC05B06D85A}">
      <dgm:prSet/>
      <dgm:spPr/>
      <dgm:t>
        <a:bodyPr/>
        <a:lstStyle/>
        <a:p>
          <a:endParaRPr lang="en-US"/>
        </a:p>
      </dgm:t>
    </dgm:pt>
    <dgm:pt modelId="{8B9548EA-2F57-4EEC-85EF-F26910D4F625}">
      <dgm:prSet/>
      <dgm:spPr/>
      <dgm:t>
        <a:bodyPr/>
        <a:lstStyle/>
        <a:p>
          <a:r>
            <a:rPr lang="en-US"/>
            <a:t>Reduces unnecessary spending</a:t>
          </a:r>
        </a:p>
      </dgm:t>
    </dgm:pt>
    <dgm:pt modelId="{0ADCFC24-5F9D-4095-B1EB-07420FC45BD2}" type="parTrans" cxnId="{2743632E-55E8-4896-B72D-0AE9614F7FCB}">
      <dgm:prSet/>
      <dgm:spPr/>
      <dgm:t>
        <a:bodyPr/>
        <a:lstStyle/>
        <a:p>
          <a:endParaRPr lang="en-US"/>
        </a:p>
      </dgm:t>
    </dgm:pt>
    <dgm:pt modelId="{9639B528-05AB-4DD8-A3BA-7E49FA522D12}" type="sibTrans" cxnId="{2743632E-55E8-4896-B72D-0AE9614F7FCB}">
      <dgm:prSet/>
      <dgm:spPr/>
      <dgm:t>
        <a:bodyPr/>
        <a:lstStyle/>
        <a:p>
          <a:endParaRPr lang="en-US"/>
        </a:p>
      </dgm:t>
    </dgm:pt>
    <dgm:pt modelId="{1CB50D5E-1C52-41B2-BA3E-B78EDCEFC9CD}">
      <dgm:prSet/>
      <dgm:spPr/>
      <dgm:t>
        <a:bodyPr/>
        <a:lstStyle/>
        <a:p>
          <a:r>
            <a:rPr lang="en-US"/>
            <a:t>Encourages better budgeting and saving habits</a:t>
          </a:r>
        </a:p>
      </dgm:t>
    </dgm:pt>
    <dgm:pt modelId="{1E88DA11-3E73-4553-9FB7-4D549CBF7042}" type="parTrans" cxnId="{EDD722DD-1654-4E66-86DC-383448A92B3A}">
      <dgm:prSet/>
      <dgm:spPr/>
      <dgm:t>
        <a:bodyPr/>
        <a:lstStyle/>
        <a:p>
          <a:endParaRPr lang="en-US"/>
        </a:p>
      </dgm:t>
    </dgm:pt>
    <dgm:pt modelId="{32E27EDF-7A7E-41BA-94D4-4EC42C388E18}" type="sibTrans" cxnId="{EDD722DD-1654-4E66-86DC-383448A92B3A}">
      <dgm:prSet/>
      <dgm:spPr/>
      <dgm:t>
        <a:bodyPr/>
        <a:lstStyle/>
        <a:p>
          <a:endParaRPr lang="en-US"/>
        </a:p>
      </dgm:t>
    </dgm:pt>
    <dgm:pt modelId="{1B6769D8-DAB9-4D6D-B687-67EE349E0A24}">
      <dgm:prSet/>
      <dgm:spPr/>
      <dgm:t>
        <a:bodyPr/>
        <a:lstStyle/>
        <a:p>
          <a:r>
            <a:rPr lang="en-US"/>
            <a:t>Suitable for students and individuals</a:t>
          </a:r>
        </a:p>
      </dgm:t>
    </dgm:pt>
    <dgm:pt modelId="{C75E41B3-07F0-443B-903D-731BBD3D5E99}" type="parTrans" cxnId="{BB1188FE-30D1-456E-8305-A0F0C1104DE0}">
      <dgm:prSet/>
      <dgm:spPr/>
      <dgm:t>
        <a:bodyPr/>
        <a:lstStyle/>
        <a:p>
          <a:endParaRPr lang="en-US"/>
        </a:p>
      </dgm:t>
    </dgm:pt>
    <dgm:pt modelId="{53D102F7-702F-4A3D-8E0F-1403E44958B1}" type="sibTrans" cxnId="{BB1188FE-30D1-456E-8305-A0F0C1104DE0}">
      <dgm:prSet/>
      <dgm:spPr/>
      <dgm:t>
        <a:bodyPr/>
        <a:lstStyle/>
        <a:p>
          <a:endParaRPr lang="en-US"/>
        </a:p>
      </dgm:t>
    </dgm:pt>
    <dgm:pt modelId="{FC02B0DD-7005-4E9E-8293-5B0DDE7BA76A}" type="pres">
      <dgm:prSet presAssocID="{337F3C69-FEBB-473E-9446-027F206747E0}" presName="root" presStyleCnt="0">
        <dgm:presLayoutVars>
          <dgm:dir/>
          <dgm:resizeHandles val="exact"/>
        </dgm:presLayoutVars>
      </dgm:prSet>
      <dgm:spPr/>
    </dgm:pt>
    <dgm:pt modelId="{D1BF28CF-EF4D-449E-A54E-1B6DB420890C}" type="pres">
      <dgm:prSet presAssocID="{47E682EB-3659-4332-95C2-A7728BFFCF98}" presName="compNode" presStyleCnt="0"/>
      <dgm:spPr/>
    </dgm:pt>
    <dgm:pt modelId="{C59228BA-7191-4C73-B35D-316DBC660F32}" type="pres">
      <dgm:prSet presAssocID="{47E682EB-3659-4332-95C2-A7728BFFCF98}" presName="bgRect" presStyleLbl="bgShp" presStyleIdx="0" presStyleCnt="4"/>
      <dgm:spPr/>
    </dgm:pt>
    <dgm:pt modelId="{D06C36D0-F5C0-40DE-86B1-EADC7973F6DE}" type="pres">
      <dgm:prSet presAssocID="{47E682EB-3659-4332-95C2-A7728BFFCF9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20FCBEDE-F48E-49E6-99CD-DEFB54F24537}" type="pres">
      <dgm:prSet presAssocID="{47E682EB-3659-4332-95C2-A7728BFFCF98}" presName="spaceRect" presStyleCnt="0"/>
      <dgm:spPr/>
    </dgm:pt>
    <dgm:pt modelId="{1D6EB14C-C1F1-4354-9C2A-662EAA1B2CC4}" type="pres">
      <dgm:prSet presAssocID="{47E682EB-3659-4332-95C2-A7728BFFCF98}" presName="parTx" presStyleLbl="revTx" presStyleIdx="0" presStyleCnt="4">
        <dgm:presLayoutVars>
          <dgm:chMax val="0"/>
          <dgm:chPref val="0"/>
        </dgm:presLayoutVars>
      </dgm:prSet>
      <dgm:spPr/>
    </dgm:pt>
    <dgm:pt modelId="{F56A869E-0E34-4090-878D-F64C303F7B2D}" type="pres">
      <dgm:prSet presAssocID="{75734469-4097-4809-B46F-D19591915B20}" presName="sibTrans" presStyleCnt="0"/>
      <dgm:spPr/>
    </dgm:pt>
    <dgm:pt modelId="{9019D526-D2C6-49F8-9BE4-FCB45F3D1DA7}" type="pres">
      <dgm:prSet presAssocID="{8B9548EA-2F57-4EEC-85EF-F26910D4F625}" presName="compNode" presStyleCnt="0"/>
      <dgm:spPr/>
    </dgm:pt>
    <dgm:pt modelId="{4C2E2D62-88F6-4956-992D-1DF4FFDCB0A0}" type="pres">
      <dgm:prSet presAssocID="{8B9548EA-2F57-4EEC-85EF-F26910D4F625}" presName="bgRect" presStyleLbl="bgShp" presStyleIdx="1" presStyleCnt="4"/>
      <dgm:spPr/>
    </dgm:pt>
    <dgm:pt modelId="{ACDFF7EA-F2CB-4338-96F5-DEFCB64B2375}" type="pres">
      <dgm:prSet presAssocID="{8B9548EA-2F57-4EEC-85EF-F26910D4F62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AE85BB6A-1BE4-4FBF-A375-6B4441CAB774}" type="pres">
      <dgm:prSet presAssocID="{8B9548EA-2F57-4EEC-85EF-F26910D4F625}" presName="spaceRect" presStyleCnt="0"/>
      <dgm:spPr/>
    </dgm:pt>
    <dgm:pt modelId="{B19DA8B6-2B5A-4216-92B5-73D1EAF36056}" type="pres">
      <dgm:prSet presAssocID="{8B9548EA-2F57-4EEC-85EF-F26910D4F625}" presName="parTx" presStyleLbl="revTx" presStyleIdx="1" presStyleCnt="4">
        <dgm:presLayoutVars>
          <dgm:chMax val="0"/>
          <dgm:chPref val="0"/>
        </dgm:presLayoutVars>
      </dgm:prSet>
      <dgm:spPr/>
    </dgm:pt>
    <dgm:pt modelId="{878AC27D-7E07-44D0-BF84-EC70B1700D0A}" type="pres">
      <dgm:prSet presAssocID="{9639B528-05AB-4DD8-A3BA-7E49FA522D12}" presName="sibTrans" presStyleCnt="0"/>
      <dgm:spPr/>
    </dgm:pt>
    <dgm:pt modelId="{0AD3AA87-94F4-4E15-9337-C5A294513E45}" type="pres">
      <dgm:prSet presAssocID="{1CB50D5E-1C52-41B2-BA3E-B78EDCEFC9CD}" presName="compNode" presStyleCnt="0"/>
      <dgm:spPr/>
    </dgm:pt>
    <dgm:pt modelId="{BB24C918-76B2-448F-9480-B2D82769FEB3}" type="pres">
      <dgm:prSet presAssocID="{1CB50D5E-1C52-41B2-BA3E-B78EDCEFC9CD}" presName="bgRect" presStyleLbl="bgShp" presStyleIdx="2" presStyleCnt="4"/>
      <dgm:spPr/>
    </dgm:pt>
    <dgm:pt modelId="{779BA0E5-227A-436D-9DCD-C6CD48B8DFA4}" type="pres">
      <dgm:prSet presAssocID="{1CB50D5E-1C52-41B2-BA3E-B78EDCEFC9C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276CB13-6EE3-4704-BB0A-B28408BEA83D}" type="pres">
      <dgm:prSet presAssocID="{1CB50D5E-1C52-41B2-BA3E-B78EDCEFC9CD}" presName="spaceRect" presStyleCnt="0"/>
      <dgm:spPr/>
    </dgm:pt>
    <dgm:pt modelId="{E4901A7B-A2B1-4BE3-A24F-5F89C2C206A6}" type="pres">
      <dgm:prSet presAssocID="{1CB50D5E-1C52-41B2-BA3E-B78EDCEFC9CD}" presName="parTx" presStyleLbl="revTx" presStyleIdx="2" presStyleCnt="4">
        <dgm:presLayoutVars>
          <dgm:chMax val="0"/>
          <dgm:chPref val="0"/>
        </dgm:presLayoutVars>
      </dgm:prSet>
      <dgm:spPr/>
    </dgm:pt>
    <dgm:pt modelId="{0CB71A87-F67B-4131-9C8E-B35A66A75511}" type="pres">
      <dgm:prSet presAssocID="{32E27EDF-7A7E-41BA-94D4-4EC42C388E18}" presName="sibTrans" presStyleCnt="0"/>
      <dgm:spPr/>
    </dgm:pt>
    <dgm:pt modelId="{3F1C20FA-A0F6-4597-8999-375C58BEEA63}" type="pres">
      <dgm:prSet presAssocID="{1B6769D8-DAB9-4D6D-B687-67EE349E0A24}" presName="compNode" presStyleCnt="0"/>
      <dgm:spPr/>
    </dgm:pt>
    <dgm:pt modelId="{71E319B3-288E-42D0-A78F-5C11D72183AA}" type="pres">
      <dgm:prSet presAssocID="{1B6769D8-DAB9-4D6D-B687-67EE349E0A24}" presName="bgRect" presStyleLbl="bgShp" presStyleIdx="3" presStyleCnt="4"/>
      <dgm:spPr/>
    </dgm:pt>
    <dgm:pt modelId="{17534B62-AE5B-4EA9-8A2A-76374D7325DA}" type="pres">
      <dgm:prSet presAssocID="{1B6769D8-DAB9-4D6D-B687-67EE349E0A2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820EE3F1-5D6E-4C2D-9450-D6C377DEBBED}" type="pres">
      <dgm:prSet presAssocID="{1B6769D8-DAB9-4D6D-B687-67EE349E0A24}" presName="spaceRect" presStyleCnt="0"/>
      <dgm:spPr/>
    </dgm:pt>
    <dgm:pt modelId="{32EE4E37-29E1-4F9B-9FF2-3A1D33CA3989}" type="pres">
      <dgm:prSet presAssocID="{1B6769D8-DAB9-4D6D-B687-67EE349E0A2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F3AA009-E626-42FB-B976-54D7D3A583E2}" type="presOf" srcId="{47E682EB-3659-4332-95C2-A7728BFFCF98}" destId="{1D6EB14C-C1F1-4354-9C2A-662EAA1B2CC4}" srcOrd="0" destOrd="0" presId="urn:microsoft.com/office/officeart/2018/2/layout/IconVerticalSolidList"/>
    <dgm:cxn modelId="{2743632E-55E8-4896-B72D-0AE9614F7FCB}" srcId="{337F3C69-FEBB-473E-9446-027F206747E0}" destId="{8B9548EA-2F57-4EEC-85EF-F26910D4F625}" srcOrd="1" destOrd="0" parTransId="{0ADCFC24-5F9D-4095-B1EB-07420FC45BD2}" sibTransId="{9639B528-05AB-4DD8-A3BA-7E49FA522D12}"/>
    <dgm:cxn modelId="{72980735-7ABC-4E98-B430-2097199B16EB}" type="presOf" srcId="{1CB50D5E-1C52-41B2-BA3E-B78EDCEFC9CD}" destId="{E4901A7B-A2B1-4BE3-A24F-5F89C2C206A6}" srcOrd="0" destOrd="0" presId="urn:microsoft.com/office/officeart/2018/2/layout/IconVerticalSolidList"/>
    <dgm:cxn modelId="{A3FA343A-DE67-4D53-A345-EBC05B06D85A}" srcId="{337F3C69-FEBB-473E-9446-027F206747E0}" destId="{47E682EB-3659-4332-95C2-A7728BFFCF98}" srcOrd="0" destOrd="0" parTransId="{8BD56CE6-EA4C-40CF-8512-16C09E5F6432}" sibTransId="{75734469-4097-4809-B46F-D19591915B20}"/>
    <dgm:cxn modelId="{824ACD55-5390-4C4D-A9D0-FE658692C4AF}" type="presOf" srcId="{1B6769D8-DAB9-4D6D-B687-67EE349E0A24}" destId="{32EE4E37-29E1-4F9B-9FF2-3A1D33CA3989}" srcOrd="0" destOrd="0" presId="urn:microsoft.com/office/officeart/2018/2/layout/IconVerticalSolidList"/>
    <dgm:cxn modelId="{A668A882-5408-4A15-9510-DF87AD742584}" type="presOf" srcId="{8B9548EA-2F57-4EEC-85EF-F26910D4F625}" destId="{B19DA8B6-2B5A-4216-92B5-73D1EAF36056}" srcOrd="0" destOrd="0" presId="urn:microsoft.com/office/officeart/2018/2/layout/IconVerticalSolidList"/>
    <dgm:cxn modelId="{EDD722DD-1654-4E66-86DC-383448A92B3A}" srcId="{337F3C69-FEBB-473E-9446-027F206747E0}" destId="{1CB50D5E-1C52-41B2-BA3E-B78EDCEFC9CD}" srcOrd="2" destOrd="0" parTransId="{1E88DA11-3E73-4553-9FB7-4D549CBF7042}" sibTransId="{32E27EDF-7A7E-41BA-94D4-4EC42C388E18}"/>
    <dgm:cxn modelId="{DBAC22F3-2F7E-40CA-BC0A-DDE226D4D47D}" type="presOf" srcId="{337F3C69-FEBB-473E-9446-027F206747E0}" destId="{FC02B0DD-7005-4E9E-8293-5B0DDE7BA76A}" srcOrd="0" destOrd="0" presId="urn:microsoft.com/office/officeart/2018/2/layout/IconVerticalSolidList"/>
    <dgm:cxn modelId="{BB1188FE-30D1-456E-8305-A0F0C1104DE0}" srcId="{337F3C69-FEBB-473E-9446-027F206747E0}" destId="{1B6769D8-DAB9-4D6D-B687-67EE349E0A24}" srcOrd="3" destOrd="0" parTransId="{C75E41B3-07F0-443B-903D-731BBD3D5E99}" sibTransId="{53D102F7-702F-4A3D-8E0F-1403E44958B1}"/>
    <dgm:cxn modelId="{CFB9DC1C-FA27-4E3F-88AA-7B72D08B665D}" type="presParOf" srcId="{FC02B0DD-7005-4E9E-8293-5B0DDE7BA76A}" destId="{D1BF28CF-EF4D-449E-A54E-1B6DB420890C}" srcOrd="0" destOrd="0" presId="urn:microsoft.com/office/officeart/2018/2/layout/IconVerticalSolidList"/>
    <dgm:cxn modelId="{BE6255A0-1CFD-4738-A871-84D089CA2231}" type="presParOf" srcId="{D1BF28CF-EF4D-449E-A54E-1B6DB420890C}" destId="{C59228BA-7191-4C73-B35D-316DBC660F32}" srcOrd="0" destOrd="0" presId="urn:microsoft.com/office/officeart/2018/2/layout/IconVerticalSolidList"/>
    <dgm:cxn modelId="{ADADDB01-C377-49DB-8219-28E59D2E53B3}" type="presParOf" srcId="{D1BF28CF-EF4D-449E-A54E-1B6DB420890C}" destId="{D06C36D0-F5C0-40DE-86B1-EADC7973F6DE}" srcOrd="1" destOrd="0" presId="urn:microsoft.com/office/officeart/2018/2/layout/IconVerticalSolidList"/>
    <dgm:cxn modelId="{469E55FD-5485-49D4-B4F6-310A886D1F66}" type="presParOf" srcId="{D1BF28CF-EF4D-449E-A54E-1B6DB420890C}" destId="{20FCBEDE-F48E-49E6-99CD-DEFB54F24537}" srcOrd="2" destOrd="0" presId="urn:microsoft.com/office/officeart/2018/2/layout/IconVerticalSolidList"/>
    <dgm:cxn modelId="{DF6F3922-97B5-4F75-BC0A-E1675E2063A3}" type="presParOf" srcId="{D1BF28CF-EF4D-449E-A54E-1B6DB420890C}" destId="{1D6EB14C-C1F1-4354-9C2A-662EAA1B2CC4}" srcOrd="3" destOrd="0" presId="urn:microsoft.com/office/officeart/2018/2/layout/IconVerticalSolidList"/>
    <dgm:cxn modelId="{994B938A-1715-4FC8-9AD2-7F573DFB85A1}" type="presParOf" srcId="{FC02B0DD-7005-4E9E-8293-5B0DDE7BA76A}" destId="{F56A869E-0E34-4090-878D-F64C303F7B2D}" srcOrd="1" destOrd="0" presId="urn:microsoft.com/office/officeart/2018/2/layout/IconVerticalSolidList"/>
    <dgm:cxn modelId="{AE574CF9-9B39-49B3-9CE1-95A94AC44D85}" type="presParOf" srcId="{FC02B0DD-7005-4E9E-8293-5B0DDE7BA76A}" destId="{9019D526-D2C6-49F8-9BE4-FCB45F3D1DA7}" srcOrd="2" destOrd="0" presId="urn:microsoft.com/office/officeart/2018/2/layout/IconVerticalSolidList"/>
    <dgm:cxn modelId="{8AAE29C3-89F3-496E-AB02-6A98E242AF51}" type="presParOf" srcId="{9019D526-D2C6-49F8-9BE4-FCB45F3D1DA7}" destId="{4C2E2D62-88F6-4956-992D-1DF4FFDCB0A0}" srcOrd="0" destOrd="0" presId="urn:microsoft.com/office/officeart/2018/2/layout/IconVerticalSolidList"/>
    <dgm:cxn modelId="{BFB1E14F-C350-4679-AFCB-8C1577A11863}" type="presParOf" srcId="{9019D526-D2C6-49F8-9BE4-FCB45F3D1DA7}" destId="{ACDFF7EA-F2CB-4338-96F5-DEFCB64B2375}" srcOrd="1" destOrd="0" presId="urn:microsoft.com/office/officeart/2018/2/layout/IconVerticalSolidList"/>
    <dgm:cxn modelId="{B18B1166-1CC5-447F-B59A-5E5CCBB9682E}" type="presParOf" srcId="{9019D526-D2C6-49F8-9BE4-FCB45F3D1DA7}" destId="{AE85BB6A-1BE4-4FBF-A375-6B4441CAB774}" srcOrd="2" destOrd="0" presId="urn:microsoft.com/office/officeart/2018/2/layout/IconVerticalSolidList"/>
    <dgm:cxn modelId="{E9AB9B0A-FB03-4C58-96B2-F5876EA577BE}" type="presParOf" srcId="{9019D526-D2C6-49F8-9BE4-FCB45F3D1DA7}" destId="{B19DA8B6-2B5A-4216-92B5-73D1EAF36056}" srcOrd="3" destOrd="0" presId="urn:microsoft.com/office/officeart/2018/2/layout/IconVerticalSolidList"/>
    <dgm:cxn modelId="{65205233-269B-430A-B5F0-8B5A8B0AE568}" type="presParOf" srcId="{FC02B0DD-7005-4E9E-8293-5B0DDE7BA76A}" destId="{878AC27D-7E07-44D0-BF84-EC70B1700D0A}" srcOrd="3" destOrd="0" presId="urn:microsoft.com/office/officeart/2018/2/layout/IconVerticalSolidList"/>
    <dgm:cxn modelId="{E5D42A4E-3520-4A75-84A1-163728DCCC68}" type="presParOf" srcId="{FC02B0DD-7005-4E9E-8293-5B0DDE7BA76A}" destId="{0AD3AA87-94F4-4E15-9337-C5A294513E45}" srcOrd="4" destOrd="0" presId="urn:microsoft.com/office/officeart/2018/2/layout/IconVerticalSolidList"/>
    <dgm:cxn modelId="{A3FF14D8-8E02-468D-8C9B-6229417BF580}" type="presParOf" srcId="{0AD3AA87-94F4-4E15-9337-C5A294513E45}" destId="{BB24C918-76B2-448F-9480-B2D82769FEB3}" srcOrd="0" destOrd="0" presId="urn:microsoft.com/office/officeart/2018/2/layout/IconVerticalSolidList"/>
    <dgm:cxn modelId="{3F2C1986-A9D0-4349-BDB2-6B09038E9E8D}" type="presParOf" srcId="{0AD3AA87-94F4-4E15-9337-C5A294513E45}" destId="{779BA0E5-227A-436D-9DCD-C6CD48B8DFA4}" srcOrd="1" destOrd="0" presId="urn:microsoft.com/office/officeart/2018/2/layout/IconVerticalSolidList"/>
    <dgm:cxn modelId="{9C054CBD-DBA1-404F-884C-1EAD8CF56AD7}" type="presParOf" srcId="{0AD3AA87-94F4-4E15-9337-C5A294513E45}" destId="{C276CB13-6EE3-4704-BB0A-B28408BEA83D}" srcOrd="2" destOrd="0" presId="urn:microsoft.com/office/officeart/2018/2/layout/IconVerticalSolidList"/>
    <dgm:cxn modelId="{91D7D8A2-B38D-449F-8459-F76552D6F602}" type="presParOf" srcId="{0AD3AA87-94F4-4E15-9337-C5A294513E45}" destId="{E4901A7B-A2B1-4BE3-A24F-5F89C2C206A6}" srcOrd="3" destOrd="0" presId="urn:microsoft.com/office/officeart/2018/2/layout/IconVerticalSolidList"/>
    <dgm:cxn modelId="{78E8FFE0-F81C-4669-9D74-279159B00927}" type="presParOf" srcId="{FC02B0DD-7005-4E9E-8293-5B0DDE7BA76A}" destId="{0CB71A87-F67B-4131-9C8E-B35A66A75511}" srcOrd="5" destOrd="0" presId="urn:microsoft.com/office/officeart/2018/2/layout/IconVerticalSolidList"/>
    <dgm:cxn modelId="{A40966E7-6AFA-46A1-B909-C7E2C9CB283E}" type="presParOf" srcId="{FC02B0DD-7005-4E9E-8293-5B0DDE7BA76A}" destId="{3F1C20FA-A0F6-4597-8999-375C58BEEA63}" srcOrd="6" destOrd="0" presId="urn:microsoft.com/office/officeart/2018/2/layout/IconVerticalSolidList"/>
    <dgm:cxn modelId="{01BF7C71-FA0E-4DEE-9D7B-784B51FF4885}" type="presParOf" srcId="{3F1C20FA-A0F6-4597-8999-375C58BEEA63}" destId="{71E319B3-288E-42D0-A78F-5C11D72183AA}" srcOrd="0" destOrd="0" presId="urn:microsoft.com/office/officeart/2018/2/layout/IconVerticalSolidList"/>
    <dgm:cxn modelId="{8C356AD4-F3B3-48E8-91EA-B8AB954CC15A}" type="presParOf" srcId="{3F1C20FA-A0F6-4597-8999-375C58BEEA63}" destId="{17534B62-AE5B-4EA9-8A2A-76374D7325DA}" srcOrd="1" destOrd="0" presId="urn:microsoft.com/office/officeart/2018/2/layout/IconVerticalSolidList"/>
    <dgm:cxn modelId="{4777DA19-CD1B-4855-939D-C23E0DCFE81E}" type="presParOf" srcId="{3F1C20FA-A0F6-4597-8999-375C58BEEA63}" destId="{820EE3F1-5D6E-4C2D-9450-D6C377DEBBED}" srcOrd="2" destOrd="0" presId="urn:microsoft.com/office/officeart/2018/2/layout/IconVerticalSolidList"/>
    <dgm:cxn modelId="{953B120B-FD1C-474E-BB36-AFDD82DAF4F0}" type="presParOf" srcId="{3F1C20FA-A0F6-4597-8999-375C58BEEA63}" destId="{32EE4E37-29E1-4F9B-9FF2-3A1D33CA39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FDF6B-99D8-4090-AC77-0B5ADC3358DF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2B332-02AC-4E4B-BA4C-8735B3E5A0A5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C0CBA-FE72-48CD-B42E-A5C09ED9CD97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Managing personal expenses is essential for financial stability</a:t>
          </a:r>
        </a:p>
      </dsp:txBody>
      <dsp:txXfrm>
        <a:off x="1340173" y="795493"/>
        <a:ext cx="2552269" cy="1082781"/>
      </dsp:txXfrm>
    </dsp:sp>
    <dsp:sp modelId="{557FF73F-722E-43BC-AD2D-D96245FBD60E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D6284-8E5D-4355-B3F5-9901C27814CF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971EC-58FF-4E00-9EDD-DA17992912A4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Many individuals fail to monitor daily spending accurately</a:t>
          </a:r>
        </a:p>
      </dsp:txBody>
      <dsp:txXfrm>
        <a:off x="5651962" y="795493"/>
        <a:ext cx="2552269" cy="1082781"/>
      </dsp:txXfrm>
    </dsp:sp>
    <dsp:sp modelId="{02F5C895-504E-4AAB-A096-2734D3C62818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F74731-E264-46B5-988A-B98CF43B2A33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C3462-CF25-47BE-AAEE-90179AA1262E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Lack of awareness leads to money wastage</a:t>
          </a:r>
        </a:p>
      </dsp:txBody>
      <dsp:txXfrm>
        <a:off x="1340173" y="2647688"/>
        <a:ext cx="2552269" cy="1082781"/>
      </dsp:txXfrm>
    </dsp:sp>
    <dsp:sp modelId="{88FFCD07-5BAC-4419-9F62-C911E24130DC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2A4E1-8847-475C-9607-54EB1FCBB0F5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7E24B-27C8-43FD-986B-FD68969C05FA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project proposes a smart solution to overcome these issues</a:t>
          </a:r>
        </a:p>
      </dsp:txBody>
      <dsp:txXfrm>
        <a:off x="5651962" y="2647688"/>
        <a:ext cx="2552269" cy="1082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F3295-2240-40D1-9030-FAFD8D3C808C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01AFC-8EA4-4851-A5FD-BDEA065704B2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9C915-424C-4507-ADC8-5E00774C8BDB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Studied traditional methods of expense management</a:t>
          </a:r>
        </a:p>
      </dsp:txBody>
      <dsp:txXfrm>
        <a:off x="1099610" y="1878"/>
        <a:ext cx="7129989" cy="952043"/>
      </dsp:txXfrm>
    </dsp:sp>
    <dsp:sp modelId="{8B9498AE-C21F-4C72-9DD7-0DFD2AF86AC1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21E251-3C9B-421F-B0D5-E3617B59A7BC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551B5-762F-4EFE-8608-B94D4D19F87F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Reviewed existing mobile and web-based expense trackers</a:t>
          </a:r>
        </a:p>
      </dsp:txBody>
      <dsp:txXfrm>
        <a:off x="1099610" y="1191932"/>
        <a:ext cx="7129989" cy="952043"/>
      </dsp:txXfrm>
    </dsp:sp>
    <dsp:sp modelId="{4E309391-F470-4B25-8FC7-D64FFF3DB4D2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10E26-7E7A-4DA9-B194-94210F6F0C91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6393F-48C9-4284-8B17-C6558FB914CA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Analyzed research papers on financial behavior</a:t>
          </a:r>
        </a:p>
      </dsp:txBody>
      <dsp:txXfrm>
        <a:off x="1099610" y="2381986"/>
        <a:ext cx="7129989" cy="952043"/>
      </dsp:txXfrm>
    </dsp:sp>
    <dsp:sp modelId="{5234ACBE-682B-4C07-BC19-FC57410EE211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1F4C9-DDF5-4FBB-BD23-0AE96D15129E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34879-8D17-4BD4-9606-7DA4907DEAB8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Understood limitations of current systems</a:t>
          </a:r>
        </a:p>
      </dsp:txBody>
      <dsp:txXfrm>
        <a:off x="1099610" y="3572041"/>
        <a:ext cx="7129989" cy="9520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B575D-8C73-47FC-A7C2-92789613B1A7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E5FBA-6C34-4B09-9515-D07173187A00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D5CAA-65B7-448E-9843-452083D5DCD8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record daily expenses efficiently</a:t>
          </a:r>
        </a:p>
      </dsp:txBody>
      <dsp:txXfrm>
        <a:off x="1357965" y="2319"/>
        <a:ext cx="3325983" cy="1175727"/>
      </dsp:txXfrm>
    </dsp:sp>
    <dsp:sp modelId="{D08C45E5-7C0F-4DEA-825D-456437C28D25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C827C-41CA-439E-A8D5-C3A692FF1481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3CC17-41AF-4CD4-A331-B4A2339B6098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analyze spending habits over time</a:t>
          </a:r>
        </a:p>
      </dsp:txBody>
      <dsp:txXfrm>
        <a:off x="1357965" y="1471979"/>
        <a:ext cx="3325983" cy="1175727"/>
      </dsp:txXfrm>
    </dsp:sp>
    <dsp:sp modelId="{A7731047-9F9D-4336-98BC-90B5C6D7581F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587C6-A16E-4026-B1F7-EB9A8F7373AC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8D2D-B489-4D77-BAF7-9D624A3AEF53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identify areas of money wastage</a:t>
          </a:r>
        </a:p>
      </dsp:txBody>
      <dsp:txXfrm>
        <a:off x="1357965" y="2941639"/>
        <a:ext cx="3325983" cy="1175727"/>
      </dsp:txXfrm>
    </dsp:sp>
    <dsp:sp modelId="{452AEFD9-32EE-4F19-9898-9A636032F404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0440E9-623E-49E0-B002-FB5C99855F7A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FAB7C-EB45-4B06-8965-A9A14299267A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help users improve saving habits</a:t>
          </a:r>
        </a:p>
      </dsp:txBody>
      <dsp:txXfrm>
        <a:off x="1357965" y="4411299"/>
        <a:ext cx="3325983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B1E26-B5AD-4190-ABD5-4200EAF132D3}">
      <dsp:nvSpPr>
        <dsp:cNvPr id="0" name=""/>
        <dsp:cNvSpPr/>
      </dsp:nvSpPr>
      <dsp:spPr>
        <a:xfrm>
          <a:off x="0" y="1172"/>
          <a:ext cx="8229600" cy="594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1DCAED-7B28-423C-B2A7-D5192E92019B}">
      <dsp:nvSpPr>
        <dsp:cNvPr id="0" name=""/>
        <dsp:cNvSpPr/>
      </dsp:nvSpPr>
      <dsp:spPr>
        <a:xfrm>
          <a:off x="179715" y="134844"/>
          <a:ext cx="326754" cy="3267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1CFFC-2AA8-4EE8-BF5C-CDC8458619D0}">
      <dsp:nvSpPr>
        <dsp:cNvPr id="0" name=""/>
        <dsp:cNvSpPr/>
      </dsp:nvSpPr>
      <dsp:spPr>
        <a:xfrm>
          <a:off x="686184" y="1172"/>
          <a:ext cx="7543415" cy="59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76" tIns="62876" rIns="62876" bIns="628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Frontend developed using HTML for structure</a:t>
          </a:r>
        </a:p>
      </dsp:txBody>
      <dsp:txXfrm>
        <a:off x="686184" y="1172"/>
        <a:ext cx="7543415" cy="594099"/>
      </dsp:txXfrm>
    </dsp:sp>
    <dsp:sp modelId="{E8D23119-B062-4A50-937D-57A9AEDCD41E}">
      <dsp:nvSpPr>
        <dsp:cNvPr id="0" name=""/>
        <dsp:cNvSpPr/>
      </dsp:nvSpPr>
      <dsp:spPr>
        <a:xfrm>
          <a:off x="0" y="743796"/>
          <a:ext cx="8229600" cy="594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B6D67-D175-48A5-8020-E999D3F7B51E}">
      <dsp:nvSpPr>
        <dsp:cNvPr id="0" name=""/>
        <dsp:cNvSpPr/>
      </dsp:nvSpPr>
      <dsp:spPr>
        <a:xfrm>
          <a:off x="179715" y="877468"/>
          <a:ext cx="326754" cy="3267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9BD9E-6A75-432F-B296-170BA874A89B}">
      <dsp:nvSpPr>
        <dsp:cNvPr id="0" name=""/>
        <dsp:cNvSpPr/>
      </dsp:nvSpPr>
      <dsp:spPr>
        <a:xfrm>
          <a:off x="686184" y="743796"/>
          <a:ext cx="7543415" cy="59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76" tIns="62876" rIns="62876" bIns="628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CSS used for styling and layout</a:t>
          </a:r>
        </a:p>
      </dsp:txBody>
      <dsp:txXfrm>
        <a:off x="686184" y="743796"/>
        <a:ext cx="7543415" cy="594099"/>
      </dsp:txXfrm>
    </dsp:sp>
    <dsp:sp modelId="{7E65C33E-C3C1-4FDF-9BDD-2FFCA84CD9D7}">
      <dsp:nvSpPr>
        <dsp:cNvPr id="0" name=""/>
        <dsp:cNvSpPr/>
      </dsp:nvSpPr>
      <dsp:spPr>
        <a:xfrm>
          <a:off x="0" y="1486420"/>
          <a:ext cx="8229600" cy="594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162A1-D322-4BE4-A767-CA970A231DDA}">
      <dsp:nvSpPr>
        <dsp:cNvPr id="0" name=""/>
        <dsp:cNvSpPr/>
      </dsp:nvSpPr>
      <dsp:spPr>
        <a:xfrm>
          <a:off x="179715" y="1620092"/>
          <a:ext cx="326754" cy="3267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3111D-F637-4A2A-97DD-D6021B21800A}">
      <dsp:nvSpPr>
        <dsp:cNvPr id="0" name=""/>
        <dsp:cNvSpPr/>
      </dsp:nvSpPr>
      <dsp:spPr>
        <a:xfrm>
          <a:off x="686184" y="1486420"/>
          <a:ext cx="7543415" cy="59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76" tIns="62876" rIns="62876" bIns="628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JavaScript used for logic and calculations</a:t>
          </a:r>
        </a:p>
      </dsp:txBody>
      <dsp:txXfrm>
        <a:off x="686184" y="1486420"/>
        <a:ext cx="7543415" cy="594099"/>
      </dsp:txXfrm>
    </dsp:sp>
    <dsp:sp modelId="{9E50EEFA-7D70-4306-89C6-9B84FE1FB23B}">
      <dsp:nvSpPr>
        <dsp:cNvPr id="0" name=""/>
        <dsp:cNvSpPr/>
      </dsp:nvSpPr>
      <dsp:spPr>
        <a:xfrm>
          <a:off x="0" y="2229044"/>
          <a:ext cx="8229600" cy="594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31E3B-A239-476F-9A8C-F507EFE8CC44}">
      <dsp:nvSpPr>
        <dsp:cNvPr id="0" name=""/>
        <dsp:cNvSpPr/>
      </dsp:nvSpPr>
      <dsp:spPr>
        <a:xfrm>
          <a:off x="179715" y="2362716"/>
          <a:ext cx="326754" cy="3267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51773-16F5-434A-9CB0-1ACE910FD058}">
      <dsp:nvSpPr>
        <dsp:cNvPr id="0" name=""/>
        <dsp:cNvSpPr/>
      </dsp:nvSpPr>
      <dsp:spPr>
        <a:xfrm>
          <a:off x="686184" y="2229044"/>
          <a:ext cx="7543415" cy="59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76" tIns="62876" rIns="62876" bIns="628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processed dynamically in browser</a:t>
          </a:r>
        </a:p>
      </dsp:txBody>
      <dsp:txXfrm>
        <a:off x="686184" y="2229044"/>
        <a:ext cx="7543415" cy="5940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B332F-835C-4837-B635-5220837E59D7}">
      <dsp:nvSpPr>
        <dsp:cNvPr id="0" name=""/>
        <dsp:cNvSpPr/>
      </dsp:nvSpPr>
      <dsp:spPr>
        <a:xfrm>
          <a:off x="0" y="0"/>
          <a:ext cx="5613664" cy="9667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Add, edit, and delete expenses</a:t>
          </a:r>
        </a:p>
      </dsp:txBody>
      <dsp:txXfrm>
        <a:off x="28314" y="28314"/>
        <a:ext cx="4488805" cy="910096"/>
      </dsp:txXfrm>
    </dsp:sp>
    <dsp:sp modelId="{F20BA652-678B-4235-BFAB-E551FE57F20B}">
      <dsp:nvSpPr>
        <dsp:cNvPr id="0" name=""/>
        <dsp:cNvSpPr/>
      </dsp:nvSpPr>
      <dsp:spPr>
        <a:xfrm>
          <a:off x="470144" y="1142492"/>
          <a:ext cx="5613664" cy="966724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Automatic calculation of total expenses</a:t>
          </a:r>
        </a:p>
      </dsp:txBody>
      <dsp:txXfrm>
        <a:off x="498458" y="1170806"/>
        <a:ext cx="4458521" cy="910096"/>
      </dsp:txXfrm>
    </dsp:sp>
    <dsp:sp modelId="{472A9BD1-DA94-4296-8CFB-6C4AF916A464}">
      <dsp:nvSpPr>
        <dsp:cNvPr id="0" name=""/>
        <dsp:cNvSpPr/>
      </dsp:nvSpPr>
      <dsp:spPr>
        <a:xfrm>
          <a:off x="933271" y="2284984"/>
          <a:ext cx="5613664" cy="966724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Category-wise expense display</a:t>
          </a:r>
        </a:p>
      </dsp:txBody>
      <dsp:txXfrm>
        <a:off x="961585" y="2313298"/>
        <a:ext cx="4465538" cy="910096"/>
      </dsp:txXfrm>
    </dsp:sp>
    <dsp:sp modelId="{D16BB86C-6455-4A58-9388-072C7C8DB5F7}">
      <dsp:nvSpPr>
        <dsp:cNvPr id="0" name=""/>
        <dsp:cNvSpPr/>
      </dsp:nvSpPr>
      <dsp:spPr>
        <a:xfrm>
          <a:off x="1403415" y="3427476"/>
          <a:ext cx="5613664" cy="966724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Identification of high spending areas</a:t>
          </a:r>
        </a:p>
      </dsp:txBody>
      <dsp:txXfrm>
        <a:off x="1431729" y="3455790"/>
        <a:ext cx="4458521" cy="910096"/>
      </dsp:txXfrm>
    </dsp:sp>
    <dsp:sp modelId="{A86CD8AF-F320-4060-BE06-A4E4DD73B16F}">
      <dsp:nvSpPr>
        <dsp:cNvPr id="0" name=""/>
        <dsp:cNvSpPr/>
      </dsp:nvSpPr>
      <dsp:spPr>
        <a:xfrm>
          <a:off x="4985293" y="740422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26676" y="740422"/>
        <a:ext cx="345604" cy="472848"/>
      </dsp:txXfrm>
    </dsp:sp>
    <dsp:sp modelId="{686A3412-7299-48F3-B2A1-1E8DCD257194}">
      <dsp:nvSpPr>
        <dsp:cNvPr id="0" name=""/>
        <dsp:cNvSpPr/>
      </dsp:nvSpPr>
      <dsp:spPr>
        <a:xfrm>
          <a:off x="5455437" y="1882914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596820" y="1882914"/>
        <a:ext cx="345604" cy="472848"/>
      </dsp:txXfrm>
    </dsp:sp>
    <dsp:sp modelId="{89D3573F-826B-421F-A40F-5CD4D652DF56}">
      <dsp:nvSpPr>
        <dsp:cNvPr id="0" name=""/>
        <dsp:cNvSpPr/>
      </dsp:nvSpPr>
      <dsp:spPr>
        <a:xfrm>
          <a:off x="5918565" y="3025406"/>
          <a:ext cx="628370" cy="6283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059948" y="3025406"/>
        <a:ext cx="345604" cy="4728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228BA-7191-4C73-B35D-316DBC660F32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C36D0-F5C0-40DE-86B1-EADC7973F6DE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EB14C-C1F1-4354-9C2A-662EAA1B2CC4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Smart Expense Tracker helps manage finances effectively</a:t>
          </a:r>
        </a:p>
      </dsp:txBody>
      <dsp:txXfrm>
        <a:off x="1357965" y="2319"/>
        <a:ext cx="3325983" cy="1175727"/>
      </dsp:txXfrm>
    </dsp:sp>
    <dsp:sp modelId="{4C2E2D62-88F6-4956-992D-1DF4FFDCB0A0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FF7EA-F2CB-4338-96F5-DEFCB64B2375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DA8B6-2B5A-4216-92B5-73D1EAF36056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Reduces unnecessary spending</a:t>
          </a:r>
        </a:p>
      </dsp:txBody>
      <dsp:txXfrm>
        <a:off x="1357965" y="1471979"/>
        <a:ext cx="3325983" cy="1175727"/>
      </dsp:txXfrm>
    </dsp:sp>
    <dsp:sp modelId="{BB24C918-76B2-448F-9480-B2D82769FEB3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BA0E5-227A-436D-9DCD-C6CD48B8DFA4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901A7B-A2B1-4BE3-A24F-5F89C2C206A6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Encourages better budgeting and saving habits</a:t>
          </a:r>
        </a:p>
      </dsp:txBody>
      <dsp:txXfrm>
        <a:off x="1357965" y="2941639"/>
        <a:ext cx="3325983" cy="1175727"/>
      </dsp:txXfrm>
    </dsp:sp>
    <dsp:sp modelId="{71E319B3-288E-42D0-A78F-5C11D72183AA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34B62-AE5B-4EA9-8A2A-76374D7325DA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E4E37-29E1-4F9B-9FF2-3A1D33CA3989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Suitable for students and individuals</a:t>
          </a:r>
        </a:p>
      </dsp:txBody>
      <dsp:txXfrm>
        <a:off x="1357965" y="4411299"/>
        <a:ext cx="3325983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6" y="625059"/>
            <a:ext cx="4089394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A31DF-87BE-76DE-D44C-8243B8425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175" y="1188637"/>
            <a:ext cx="3467522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Smart Expense Tracker with Money Wastage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A42E7-A9FA-BB18-697C-A6C8CDC86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4570" y="1896645"/>
            <a:ext cx="3053950" cy="2705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100" b="1" dirty="0">
                <a:solidFill>
                  <a:schemeClr val="tx1"/>
                </a:solidFill>
              </a:rPr>
              <a:t>Batch :-       </a:t>
            </a:r>
            <a:r>
              <a:rPr lang="en-US" sz="2100" dirty="0">
                <a:solidFill>
                  <a:schemeClr val="tx1"/>
                </a:solidFill>
              </a:rPr>
              <a:t>11</a:t>
            </a:r>
          </a:p>
          <a:p>
            <a:pPr algn="l" defTabSz="914400">
              <a:lnSpc>
                <a:spcPct val="90000"/>
              </a:lnSpc>
            </a:pPr>
            <a:r>
              <a:rPr lang="en-US" sz="2100" b="1" dirty="0">
                <a:solidFill>
                  <a:schemeClr val="tx1"/>
                </a:solidFill>
              </a:rPr>
              <a:t>Reg.no:-     </a:t>
            </a:r>
            <a:r>
              <a:rPr lang="en-US" sz="2100" dirty="0">
                <a:solidFill>
                  <a:schemeClr val="tx1"/>
                </a:solidFill>
              </a:rPr>
              <a:t>241FA04253</a:t>
            </a: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		         	 	     241FA04722</a:t>
            </a: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		         	  	     241FA04F39</a:t>
            </a:r>
          </a:p>
          <a:p>
            <a:pPr algn="l" defTabSz="914400">
              <a:lnSpc>
                <a:spcPct val="90000"/>
              </a:lnSpc>
            </a:pPr>
            <a:r>
              <a:rPr lang="en-US" sz="2100" dirty="0">
                <a:solidFill>
                  <a:schemeClr val="tx1"/>
                </a:solidFill>
              </a:rPr>
              <a:t>			    	     241FA04F51</a:t>
            </a:r>
          </a:p>
        </p:txBody>
      </p:sp>
    </p:spTree>
    <p:extLst>
      <p:ext uri="{BB962C8B-B14F-4D97-AF65-F5344CB8AC3E}">
        <p14:creationId xmlns:p14="http://schemas.microsoft.com/office/powerpoint/2010/main" val="2864051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B81ADE-D567-4143-ACCE-284BB71EBF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A752-0E99-450F-5BEE-07C5C6DB6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550606" y="-1238865"/>
            <a:ext cx="8136194" cy="58993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A178D-67F4-F8FE-F45B-F3FA3FC8B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3124"/>
            <a:ext cx="8229600" cy="5723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Expense Tracker helps users record and analyze daily expenses to identify money wastage. It makes budgeting easier and helps improve saving habits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project:-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help users record daily expenses,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spending habits, and identify money wastage.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aims to make users aware of unnecessary expenses and help them save money and plan their budget effectively.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154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72678-63DE-C014-4500-EFB37A3C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EACC2-69B9-23A8-A8EE-DA233976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System:-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 the existing system, people usually write expenses in notebooks, remember expenses mentally, or use simple notes on mobile phones.</a:t>
            </a:r>
            <a:b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automatic calculation or analysis of expenses.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System:-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Manual entry is </a:t>
            </a:r>
            <a:r>
              <a:rPr lang="en-IN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 of </a:t>
            </a:r>
            <a:r>
              <a:rPr lang="en-IN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errors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No clear idea about </a:t>
            </a:r>
            <a:r>
              <a:rPr lang="en-IN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money wastage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</a:t>
            </a:r>
            <a:r>
              <a:rPr lang="en-IN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track expenses category-wise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</a:t>
            </a:r>
            <a:r>
              <a:rPr lang="en-IN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lost or forgotten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BCC1D-CFC4-9B18-8D11-81A33017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550606" y="-1238865"/>
            <a:ext cx="8136194" cy="58993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135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1431D-3D2B-0864-EDCD-B4762C93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8213E-4956-4E3F-2054-05313818B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System:-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Smart Expense Tracker developed using HTML, CSS, and JavaScript.</a:t>
            </a:r>
            <a:b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add expenses, view total spending, and analyze money wastage based on categories.</a:t>
            </a:r>
            <a:b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provides tips to reduce unnecessary spending.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System:-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user-friendly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expense calculation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IN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 and unnecessary spending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reduces errors</a:t>
            </a:r>
          </a:p>
          <a:p>
            <a:pPr marL="0" indent="0">
              <a:lnSpc>
                <a:spcPct val="90000"/>
              </a:lnSpc>
              <a:buNone/>
            </a:pP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BC94E-C4D3-1C8C-053E-F053EA60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550606" y="-1238865"/>
            <a:ext cx="8136194" cy="58993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13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8F1EA-37D7-AADF-616E-3C2FC031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Software and Hardware Requirements:-</a:t>
            </a:r>
            <a:b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200" b="1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8154E4-E0E9-4EFB-A6F2-22AF3082A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625059"/>
            <a:ext cx="8178799" cy="24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4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of Literature Survey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AA51A59-98A1-DE01-0BAA-6909A41B7E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F2BE59-4D03-7D92-EFEC-B5C8CEAA4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112" y="1489660"/>
            <a:ext cx="8955497" cy="3986801"/>
          </a:xfrm>
          <a:prstGeom prst="rect">
            <a:avLst/>
          </a:prstGeom>
          <a:ln>
            <a:noFill/>
          </a:ln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113" y="2324912"/>
            <a:ext cx="3748417" cy="4031437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tracking daily expenses accurately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clear categorization of spending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unaware of unnecessary expenses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budget planning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BE87E62B-CC0C-BA16-A3A3-D72690629C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65" r="3428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3900" b="1">
                <a:latin typeface="Times New Roman" panose="02020603050405020304" pitchFamily="18" charset="0"/>
                <a:cs typeface="Times New Roman" panose="02020603050405020304" pitchFamily="18" charset="0"/>
              </a:rPr>
              <a:t>Finalization of Project Objectives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BF11CA-6B78-E966-1EC2-7B1DD7078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92550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Overview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18AD1B2F-A767-770E-3A1A-850E5FFCD0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76" r="19891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443" y="2613991"/>
            <a:ext cx="3667540" cy="385638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Web-based application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and interactive user interface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Category-wise expense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calculation and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641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Basic Model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BCE89530-7B78-7E6B-5E52-4F8656A47A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514601"/>
          <a:ext cx="8229600" cy="2824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7017080" cy="120032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Model Features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084364-BF12-ECCF-F322-B6D2EAB575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7705219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BE5834-D0A6-EB4A-6CAE-96BD775A50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08424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91743" y="-15978"/>
            <a:ext cx="5360514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1055718"/>
            <a:ext cx="8249304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C4A00-27EB-15DD-5B48-BB44830A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84683"/>
            <a:ext cx="6858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0787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476</Words>
  <Application>Microsoft Office PowerPoint</Application>
  <PresentationFormat>On-screen Show (4:3)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Smart Expense Tracker with Money Wastage Analysis</vt:lpstr>
      <vt:lpstr>Introduction</vt:lpstr>
      <vt:lpstr>PowerPoint Presentation</vt:lpstr>
      <vt:lpstr>PowerPoint Presentation</vt:lpstr>
      <vt:lpstr>PowerPoint Presentation</vt:lpstr>
      <vt:lpstr>Software and Hardware Requirements:- </vt:lpstr>
      <vt:lpstr>Completion of Literature Survey</vt:lpstr>
      <vt:lpstr>PowerPoint Presentation</vt:lpstr>
      <vt:lpstr>Problem Identification</vt:lpstr>
      <vt:lpstr>Finalization of Project Objectives</vt:lpstr>
      <vt:lpstr>System Design Overview</vt:lpstr>
      <vt:lpstr>Design and Development of Basic Model</vt:lpstr>
      <vt:lpstr>Basic Model Features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Keerthi Kothagundla</cp:lastModifiedBy>
  <cp:revision>3</cp:revision>
  <dcterms:created xsi:type="dcterms:W3CDTF">2013-01-27T09:14:16Z</dcterms:created>
  <dcterms:modified xsi:type="dcterms:W3CDTF">2026-03-29T05:56:36Z</dcterms:modified>
  <cp:category/>
</cp:coreProperties>
</file>